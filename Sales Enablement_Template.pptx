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7"/>
  </p:notesMasterIdLst>
  <p:handoutMasterIdLst>
    <p:handoutMasterId r:id="rId8"/>
  </p:handoutMasterIdLst>
  <p:sldIdLst>
    <p:sldId id="2147483647" r:id="rId5"/>
    <p:sldId id="256" r:id="rId6"/>
  </p:sldIdLst>
  <p:sldSz cx="15087600" cy="868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45ABE5CB-5181-486E-A1AD-5065B13B62E6}">
          <p14:sldIdLst>
            <p14:sldId id="2147483647"/>
          </p14:sldIdLst>
        </p14:section>
        <p14:section name="Example" id="{645B8950-0106-4A6C-984C-8BB622C4BC7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61" userDrawn="1">
          <p15:clr>
            <a:srgbClr val="A4A3A4"/>
          </p15:clr>
        </p15:guide>
        <p15:guide id="2" pos="4752" userDrawn="1">
          <p15:clr>
            <a:srgbClr val="A4A3A4"/>
          </p15:clr>
        </p15:guide>
        <p15:guide id="3" orient="horz" pos="2736" userDrawn="1">
          <p15:clr>
            <a:srgbClr val="A4A3A4"/>
          </p15:clr>
        </p15:guide>
        <p15:guide id="4" pos="731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FAD807-1F3C-0545-08E7-FE9B62D9575B}" name="Narayan Iyer" initials="" userId="S::Narayan.10696643@ltimindtree.com::68044d6f-d260-405a-8538-8bb029b14741" providerId="AD"/>
  <p188:author id="{DFFF8332-9FB7-9B5C-4E01-767145743E34}" name="Padmaja" initials="" userId="S::Padmaja.61070936@ltimindtree.com::51505c5d-8484-400a-9a47-ffd64885a189" providerId="AD"/>
  <p188:author id="{C9819959-3620-176C-5C3D-DBE918994360}" name="Archana Uday Dange" initials="AD" userId="S::Archana.61079988@ltimindtree.com::a2b7b50a-7297-4a82-960b-35987071303d" providerId="AD"/>
  <p188:author id="{0D612F7A-A4D2-68EF-D011-C8C375D2BD82}" name="Raja Renganathan" initials="RR" userId="S::raja.t05031@ltimindtree.com::857af86d-4085-437d-a814-caa05f98ce40" providerId="AD"/>
  <p188:author id="{A14E89CF-283A-FD65-B125-DD4F7B8FFCE9}" name="Vijay A (IN89426)" initials="VA" userId="S::Vijay.61089426@ltimindtree.com::59481371-8fe6-4af4-a904-d2a3423e37f6" providerId="AD"/>
  <p188:author id="{8D431ADC-B130-6EE3-6831-B4A46F5D9779}" name="Anand Trivedi" initials="" userId="S::Anand.10831973@LTIMindtree.com::d6e45a0e-2ccf-4568-8ec2-96100fec4e86" providerId="AD"/>
  <p188:author id="{AB6FCBFD-1A65-C6A1-A7F6-9B8E03BAEF57}" name="Siddharth Hemant Joshi" initials="SJ" userId="S::Siddharth.10856081@LTIMindtree.com::b9f81dea-e389-48c1-be6b-8559c318382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F53"/>
    <a:srgbClr val="22282B"/>
    <a:srgbClr val="9771BD"/>
    <a:srgbClr val="7350B8"/>
    <a:srgbClr val="F9FFCE"/>
    <a:srgbClr val="794DB3"/>
    <a:srgbClr val="7B6799"/>
    <a:srgbClr val="8572B6"/>
    <a:srgbClr val="8E7DAA"/>
    <a:srgbClr val="825E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045EF7-1CE7-124D-8DBB-FEA307EC80E3}" v="20" dt="2026-09-17T12:33:34.5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4"/>
    <p:restoredTop sz="94675"/>
  </p:normalViewPr>
  <p:slideViewPr>
    <p:cSldViewPr snapToGrid="0">
      <p:cViewPr varScale="1">
        <p:scale>
          <a:sx n="147" d="100"/>
          <a:sy n="147" d="100"/>
        </p:scale>
        <p:origin x="936" y="200"/>
      </p:cViewPr>
      <p:guideLst>
        <p:guide orient="horz" pos="3961"/>
        <p:guide pos="4752"/>
        <p:guide orient="horz" pos="2736"/>
        <p:guide pos="73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Dixit" userId="ab6c3e37-306d-4503-aec7-51ddf0a52e19" providerId="ADAL" clId="{1B01D6BE-C5B3-5E1A-B22F-D7D7CA513B36}"/>
    <pc:docChg chg="undo custSel addSld delSld modSld sldOrd delSection modSection">
      <pc:chgData name="Ashutosh Dixit" userId="ab6c3e37-306d-4503-aec7-51ddf0a52e19" providerId="ADAL" clId="{1B01D6BE-C5B3-5E1A-B22F-D7D7CA513B36}" dt="2026-09-17T12:34:27.171" v="510" actId="207"/>
      <pc:docMkLst>
        <pc:docMk/>
      </pc:docMkLst>
      <pc:sldChg chg="del">
        <pc:chgData name="Ashutosh Dixit" userId="ab6c3e37-306d-4503-aec7-51ddf0a52e19" providerId="ADAL" clId="{1B01D6BE-C5B3-5E1A-B22F-D7D7CA513B36}" dt="2026-09-17T12:20:20.159" v="33" actId="2696"/>
        <pc:sldMkLst>
          <pc:docMk/>
          <pc:sldMk cId="56635621" sldId="256"/>
        </pc:sldMkLst>
      </pc:sldChg>
      <pc:sldChg chg="addSp delSp modSp new mod ord">
        <pc:chgData name="Ashutosh Dixit" userId="ab6c3e37-306d-4503-aec7-51ddf0a52e19" providerId="ADAL" clId="{1B01D6BE-C5B3-5E1A-B22F-D7D7CA513B36}" dt="2026-09-17T12:34:27.171" v="510" actId="207"/>
        <pc:sldMkLst>
          <pc:docMk/>
          <pc:sldMk cId="226949783" sldId="256"/>
        </pc:sldMkLst>
        <pc:spChg chg="add mod">
          <ac:chgData name="Ashutosh Dixit" userId="ab6c3e37-306d-4503-aec7-51ddf0a52e19" providerId="ADAL" clId="{1B01D6BE-C5B3-5E1A-B22F-D7D7CA513B36}" dt="2026-09-17T12:32:11.472" v="430" actId="5793"/>
          <ac:spMkLst>
            <pc:docMk/>
            <pc:sldMk cId="226949783" sldId="256"/>
            <ac:spMk id="2" creationId="{4A382954-ED62-6431-7227-3F7DF349EC48}"/>
          </ac:spMkLst>
        </pc:spChg>
        <pc:spChg chg="add 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4" creationId="{F3D9ADD4-2DAE-82A8-F631-215C1B5ADCD9}"/>
          </ac:spMkLst>
        </pc:spChg>
        <pc:spChg chg="add 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9" creationId="{CF81334E-107F-BCC9-4667-8D7BF8C15755}"/>
          </ac:spMkLst>
        </pc:spChg>
        <pc:spChg chg="add 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10" creationId="{652AEC4E-AFBC-ADFB-45CB-91C9F61E6CDB}"/>
          </ac:spMkLst>
        </pc:spChg>
        <pc:spChg chg="add 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11" creationId="{48A55489-A6A4-26BC-0A66-20349E743366}"/>
          </ac:spMkLst>
        </pc:spChg>
        <pc:spChg chg="add 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16" creationId="{23704D30-C0CA-CDBC-626A-83CE098550B2}"/>
          </ac:spMkLst>
        </pc:spChg>
        <pc:spChg chg="add 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19" creationId="{4C71E5AE-638F-B262-4C82-29932C91D638}"/>
          </ac:spMkLst>
        </pc:spChg>
        <pc:spChg chg="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32" creationId="{D0AFC5E3-F101-06D2-EE16-A6E9EA9C9880}"/>
          </ac:spMkLst>
        </pc:spChg>
        <pc:spChg chg="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33" creationId="{AE17A9B7-1D7F-7513-F228-BD13C85F59F1}"/>
          </ac:spMkLst>
        </pc:spChg>
        <pc:spChg chg="mod">
          <ac:chgData name="Ashutosh Dixit" userId="ab6c3e37-306d-4503-aec7-51ddf0a52e19" providerId="ADAL" clId="{1B01D6BE-C5B3-5E1A-B22F-D7D7CA513B36}" dt="2026-09-17T12:32:05.190" v="428"/>
          <ac:spMkLst>
            <pc:docMk/>
            <pc:sldMk cId="226949783" sldId="256"/>
            <ac:spMk id="35" creationId="{4B0F9FD7-311C-A568-1186-5F4BF5626B7F}"/>
          </ac:spMkLst>
        </pc:spChg>
        <pc:spChg chg="add mod">
          <ac:chgData name="Ashutosh Dixit" userId="ab6c3e37-306d-4503-aec7-51ddf0a52e19" providerId="ADAL" clId="{1B01D6BE-C5B3-5E1A-B22F-D7D7CA513B36}" dt="2026-09-17T12:34:09.885" v="484" actId="404"/>
          <ac:spMkLst>
            <pc:docMk/>
            <pc:sldMk cId="226949783" sldId="256"/>
            <ac:spMk id="45" creationId="{CA080693-1DCC-AC06-F52C-11B889349C6B}"/>
          </ac:spMkLst>
        </pc:spChg>
        <pc:spChg chg="add mod">
          <ac:chgData name="Ashutosh Dixit" userId="ab6c3e37-306d-4503-aec7-51ddf0a52e19" providerId="ADAL" clId="{1B01D6BE-C5B3-5E1A-B22F-D7D7CA513B36}" dt="2026-09-17T12:34:15.691" v="496" actId="20577"/>
          <ac:spMkLst>
            <pc:docMk/>
            <pc:sldMk cId="226949783" sldId="256"/>
            <ac:spMk id="46" creationId="{C1F0D47A-00BA-6A8D-01D7-2FB0DCE49A2A}"/>
          </ac:spMkLst>
        </pc:spChg>
        <pc:spChg chg="add mod">
          <ac:chgData name="Ashutosh Dixit" userId="ab6c3e37-306d-4503-aec7-51ddf0a52e19" providerId="ADAL" clId="{1B01D6BE-C5B3-5E1A-B22F-D7D7CA513B36}" dt="2026-09-17T12:33:26.227" v="449" actId="1076"/>
          <ac:spMkLst>
            <pc:docMk/>
            <pc:sldMk cId="226949783" sldId="256"/>
            <ac:spMk id="47" creationId="{1DA3CD1D-0C2E-B63E-4680-3CF962B06552}"/>
          </ac:spMkLst>
        </pc:spChg>
        <pc:spChg chg="add mod">
          <ac:chgData name="Ashutosh Dixit" userId="ab6c3e37-306d-4503-aec7-51ddf0a52e19" providerId="ADAL" clId="{1B01D6BE-C5B3-5E1A-B22F-D7D7CA513B36}" dt="2026-09-17T12:33:29.929" v="450" actId="1076"/>
          <ac:spMkLst>
            <pc:docMk/>
            <pc:sldMk cId="226949783" sldId="256"/>
            <ac:spMk id="48" creationId="{9E887A0D-3897-DA0D-FB74-F317D0D3DEA6}"/>
          </ac:spMkLst>
        </pc:spChg>
        <pc:spChg chg="add del mod">
          <ac:chgData name="Ashutosh Dixit" userId="ab6c3e37-306d-4503-aec7-51ddf0a52e19" providerId="ADAL" clId="{1B01D6BE-C5B3-5E1A-B22F-D7D7CA513B36}" dt="2026-09-17T12:32:39.998" v="432" actId="478"/>
          <ac:spMkLst>
            <pc:docMk/>
            <pc:sldMk cId="226949783" sldId="256"/>
            <ac:spMk id="49" creationId="{BC496D31-6A19-9F61-4DF7-637F65B91109}"/>
          </ac:spMkLst>
        </pc:spChg>
        <pc:spChg chg="add mod">
          <ac:chgData name="Ashutosh Dixit" userId="ab6c3e37-306d-4503-aec7-51ddf0a52e19" providerId="ADAL" clId="{1B01D6BE-C5B3-5E1A-B22F-D7D7CA513B36}" dt="2026-09-17T12:34:27.171" v="510" actId="207"/>
          <ac:spMkLst>
            <pc:docMk/>
            <pc:sldMk cId="226949783" sldId="256"/>
            <ac:spMk id="50" creationId="{6A24DBCB-AB38-7BEB-08B2-01079806B7F2}"/>
          </ac:spMkLst>
        </pc:spChg>
        <pc:spChg chg="add del mod">
          <ac:chgData name="Ashutosh Dixit" userId="ab6c3e37-306d-4503-aec7-51ddf0a52e19" providerId="ADAL" clId="{1B01D6BE-C5B3-5E1A-B22F-D7D7CA513B36}" dt="2026-09-17T12:33:11.279" v="443"/>
          <ac:spMkLst>
            <pc:docMk/>
            <pc:sldMk cId="226949783" sldId="256"/>
            <ac:spMk id="51" creationId="{F757F02D-35CE-3F22-172D-3FACFDEA6979}"/>
          </ac:spMkLst>
        </pc:spChg>
        <pc:spChg chg="add mod">
          <ac:chgData name="Ashutosh Dixit" userId="ab6c3e37-306d-4503-aec7-51ddf0a52e19" providerId="ADAL" clId="{1B01D6BE-C5B3-5E1A-B22F-D7D7CA513B36}" dt="2026-09-17T12:33:38.422" v="456" actId="20577"/>
          <ac:spMkLst>
            <pc:docMk/>
            <pc:sldMk cId="226949783" sldId="256"/>
            <ac:spMk id="52" creationId="{D21CA0BD-64A0-8615-5F14-2AC6D816762E}"/>
          </ac:spMkLst>
        </pc:spChg>
        <pc:spChg chg="add mod">
          <ac:chgData name="Ashutosh Dixit" userId="ab6c3e37-306d-4503-aec7-51ddf0a52e19" providerId="ADAL" clId="{1B01D6BE-C5B3-5E1A-B22F-D7D7CA513B36}" dt="2026-09-17T12:33:42.990" v="460" actId="20577"/>
          <ac:spMkLst>
            <pc:docMk/>
            <pc:sldMk cId="226949783" sldId="256"/>
            <ac:spMk id="53" creationId="{032EE4A0-8550-23F1-D324-851FA8AC902E}"/>
          </ac:spMkLst>
        </pc:spChg>
      </pc:sldChg>
      <pc:sldChg chg="add del">
        <pc:chgData name="Ashutosh Dixit" userId="ab6c3e37-306d-4503-aec7-51ddf0a52e19" providerId="ADAL" clId="{1B01D6BE-C5B3-5E1A-B22F-D7D7CA513B36}" dt="2026-09-17T12:26:08.378" v="279" actId="2696"/>
        <pc:sldMkLst>
          <pc:docMk/>
          <pc:sldMk cId="3541992368" sldId="256"/>
        </pc:sldMkLst>
      </pc:sldChg>
      <pc:sldChg chg="del">
        <pc:chgData name="Ashutosh Dixit" userId="ab6c3e37-306d-4503-aec7-51ddf0a52e19" providerId="ADAL" clId="{1B01D6BE-C5B3-5E1A-B22F-D7D7CA513B36}" dt="2026-09-17T12:20:21.602" v="35" actId="2696"/>
        <pc:sldMkLst>
          <pc:docMk/>
          <pc:sldMk cId="2170999321" sldId="257"/>
        </pc:sldMkLst>
      </pc:sldChg>
      <pc:sldChg chg="del">
        <pc:chgData name="Ashutosh Dixit" userId="ab6c3e37-306d-4503-aec7-51ddf0a52e19" providerId="ADAL" clId="{1B01D6BE-C5B3-5E1A-B22F-D7D7CA513B36}" dt="2026-09-17T12:20:22.593" v="36" actId="2696"/>
        <pc:sldMkLst>
          <pc:docMk/>
          <pc:sldMk cId="3365706662" sldId="258"/>
        </pc:sldMkLst>
      </pc:sldChg>
      <pc:sldChg chg="del">
        <pc:chgData name="Ashutosh Dixit" userId="ab6c3e37-306d-4503-aec7-51ddf0a52e19" providerId="ADAL" clId="{1B01D6BE-C5B3-5E1A-B22F-D7D7CA513B36}" dt="2026-09-17T12:20:16.873" v="30" actId="2696"/>
        <pc:sldMkLst>
          <pc:docMk/>
          <pc:sldMk cId="183937044" sldId="259"/>
        </pc:sldMkLst>
      </pc:sldChg>
      <pc:sldChg chg="del">
        <pc:chgData name="Ashutosh Dixit" userId="ab6c3e37-306d-4503-aec7-51ddf0a52e19" providerId="ADAL" clId="{1B01D6BE-C5B3-5E1A-B22F-D7D7CA513B36}" dt="2026-09-17T12:20:18.284" v="31" actId="2696"/>
        <pc:sldMkLst>
          <pc:docMk/>
          <pc:sldMk cId="2402097068" sldId="260"/>
        </pc:sldMkLst>
      </pc:sldChg>
      <pc:sldChg chg="del">
        <pc:chgData name="Ashutosh Dixit" userId="ab6c3e37-306d-4503-aec7-51ddf0a52e19" providerId="ADAL" clId="{1B01D6BE-C5B3-5E1A-B22F-D7D7CA513B36}" dt="2026-09-17T12:20:13.673" v="27" actId="2696"/>
        <pc:sldMkLst>
          <pc:docMk/>
          <pc:sldMk cId="2468594654" sldId="261"/>
        </pc:sldMkLst>
      </pc:sldChg>
      <pc:sldChg chg="del">
        <pc:chgData name="Ashutosh Dixit" userId="ab6c3e37-306d-4503-aec7-51ddf0a52e19" providerId="ADAL" clId="{1B01D6BE-C5B3-5E1A-B22F-D7D7CA513B36}" dt="2026-09-17T12:19:22.882" v="0" actId="2696"/>
        <pc:sldMkLst>
          <pc:docMk/>
          <pc:sldMk cId="990594289" sldId="262"/>
        </pc:sldMkLst>
      </pc:sldChg>
      <pc:sldChg chg="del">
        <pc:chgData name="Ashutosh Dixit" userId="ab6c3e37-306d-4503-aec7-51ddf0a52e19" providerId="ADAL" clId="{1B01D6BE-C5B3-5E1A-B22F-D7D7CA513B36}" dt="2026-09-17T12:19:28.429" v="3" actId="2696"/>
        <pc:sldMkLst>
          <pc:docMk/>
          <pc:sldMk cId="2729787163" sldId="263"/>
        </pc:sldMkLst>
      </pc:sldChg>
      <pc:sldChg chg="del ord">
        <pc:chgData name="Ashutosh Dixit" userId="ab6c3e37-306d-4503-aec7-51ddf0a52e19" providerId="ADAL" clId="{1B01D6BE-C5B3-5E1A-B22F-D7D7CA513B36}" dt="2026-09-17T12:20:10.278" v="22" actId="2696"/>
        <pc:sldMkLst>
          <pc:docMk/>
          <pc:sldMk cId="1491927293" sldId="264"/>
        </pc:sldMkLst>
      </pc:sldChg>
      <pc:sldChg chg="del">
        <pc:chgData name="Ashutosh Dixit" userId="ab6c3e37-306d-4503-aec7-51ddf0a52e19" providerId="ADAL" clId="{1B01D6BE-C5B3-5E1A-B22F-D7D7CA513B36}" dt="2026-09-17T12:20:14.475" v="28" actId="2696"/>
        <pc:sldMkLst>
          <pc:docMk/>
          <pc:sldMk cId="2233779238" sldId="265"/>
        </pc:sldMkLst>
      </pc:sldChg>
      <pc:sldChg chg="del">
        <pc:chgData name="Ashutosh Dixit" userId="ab6c3e37-306d-4503-aec7-51ddf0a52e19" providerId="ADAL" clId="{1B01D6BE-C5B3-5E1A-B22F-D7D7CA513B36}" dt="2026-09-17T12:20:15.426" v="29" actId="2696"/>
        <pc:sldMkLst>
          <pc:docMk/>
          <pc:sldMk cId="3828523375" sldId="266"/>
        </pc:sldMkLst>
      </pc:sldChg>
      <pc:sldChg chg="del">
        <pc:chgData name="Ashutosh Dixit" userId="ab6c3e37-306d-4503-aec7-51ddf0a52e19" providerId="ADAL" clId="{1B01D6BE-C5B3-5E1A-B22F-D7D7CA513B36}" dt="2026-09-17T12:20:09.047" v="19" actId="2696"/>
        <pc:sldMkLst>
          <pc:docMk/>
          <pc:sldMk cId="3271372412" sldId="267"/>
        </pc:sldMkLst>
      </pc:sldChg>
      <pc:sldChg chg="del">
        <pc:chgData name="Ashutosh Dixit" userId="ab6c3e37-306d-4503-aec7-51ddf0a52e19" providerId="ADAL" clId="{1B01D6BE-C5B3-5E1A-B22F-D7D7CA513B36}" dt="2026-09-17T12:20:10.622" v="23" actId="2696"/>
        <pc:sldMkLst>
          <pc:docMk/>
          <pc:sldMk cId="3244261634" sldId="268"/>
        </pc:sldMkLst>
      </pc:sldChg>
      <pc:sldChg chg="del">
        <pc:chgData name="Ashutosh Dixit" userId="ab6c3e37-306d-4503-aec7-51ddf0a52e19" providerId="ADAL" clId="{1B01D6BE-C5B3-5E1A-B22F-D7D7CA513B36}" dt="2026-09-17T12:20:09.487" v="20" actId="2696"/>
        <pc:sldMkLst>
          <pc:docMk/>
          <pc:sldMk cId="1761632822" sldId="269"/>
        </pc:sldMkLst>
      </pc:sldChg>
      <pc:sldChg chg="del">
        <pc:chgData name="Ashutosh Dixit" userId="ab6c3e37-306d-4503-aec7-51ddf0a52e19" providerId="ADAL" clId="{1B01D6BE-C5B3-5E1A-B22F-D7D7CA513B36}" dt="2026-09-17T12:20:10.934" v="24" actId="2696"/>
        <pc:sldMkLst>
          <pc:docMk/>
          <pc:sldMk cId="2893852603" sldId="270"/>
        </pc:sldMkLst>
      </pc:sldChg>
      <pc:sldChg chg="del">
        <pc:chgData name="Ashutosh Dixit" userId="ab6c3e37-306d-4503-aec7-51ddf0a52e19" providerId="ADAL" clId="{1B01D6BE-C5B3-5E1A-B22F-D7D7CA513B36}" dt="2026-09-17T12:19:56.569" v="12" actId="2696"/>
        <pc:sldMkLst>
          <pc:docMk/>
          <pc:sldMk cId="3738316443" sldId="271"/>
        </pc:sldMkLst>
      </pc:sldChg>
      <pc:sldChg chg="del">
        <pc:chgData name="Ashutosh Dixit" userId="ab6c3e37-306d-4503-aec7-51ddf0a52e19" providerId="ADAL" clId="{1B01D6BE-C5B3-5E1A-B22F-D7D7CA513B36}" dt="2026-09-17T12:20:01.845" v="14" actId="2696"/>
        <pc:sldMkLst>
          <pc:docMk/>
          <pc:sldMk cId="1166583" sldId="272"/>
        </pc:sldMkLst>
      </pc:sldChg>
      <pc:sldChg chg="del">
        <pc:chgData name="Ashutosh Dixit" userId="ab6c3e37-306d-4503-aec7-51ddf0a52e19" providerId="ADAL" clId="{1B01D6BE-C5B3-5E1A-B22F-D7D7CA513B36}" dt="2026-09-17T12:19:57.969" v="13" actId="2696"/>
        <pc:sldMkLst>
          <pc:docMk/>
          <pc:sldMk cId="894584518" sldId="273"/>
        </pc:sldMkLst>
      </pc:sldChg>
      <pc:sldChg chg="del">
        <pc:chgData name="Ashutosh Dixit" userId="ab6c3e37-306d-4503-aec7-51ddf0a52e19" providerId="ADAL" clId="{1B01D6BE-C5B3-5E1A-B22F-D7D7CA513B36}" dt="2026-09-17T12:20:11.906" v="25" actId="2696"/>
        <pc:sldMkLst>
          <pc:docMk/>
          <pc:sldMk cId="2454316444" sldId="274"/>
        </pc:sldMkLst>
      </pc:sldChg>
      <pc:sldChg chg="del">
        <pc:chgData name="Ashutosh Dixit" userId="ab6c3e37-306d-4503-aec7-51ddf0a52e19" providerId="ADAL" clId="{1B01D6BE-C5B3-5E1A-B22F-D7D7CA513B36}" dt="2026-09-17T12:19:26.097" v="2" actId="2696"/>
        <pc:sldMkLst>
          <pc:docMk/>
          <pc:sldMk cId="1430358989" sldId="275"/>
        </pc:sldMkLst>
      </pc:sldChg>
      <pc:sldChg chg="del">
        <pc:chgData name="Ashutosh Dixit" userId="ab6c3e37-306d-4503-aec7-51ddf0a52e19" providerId="ADAL" clId="{1B01D6BE-C5B3-5E1A-B22F-D7D7CA513B36}" dt="2026-09-17T12:20:01.849" v="16" actId="2696"/>
        <pc:sldMkLst>
          <pc:docMk/>
          <pc:sldMk cId="4135199662" sldId="276"/>
        </pc:sldMkLst>
      </pc:sldChg>
      <pc:sldChg chg="del">
        <pc:chgData name="Ashutosh Dixit" userId="ab6c3e37-306d-4503-aec7-51ddf0a52e19" providerId="ADAL" clId="{1B01D6BE-C5B3-5E1A-B22F-D7D7CA513B36}" dt="2026-09-17T12:19:54.824" v="10" actId="2696"/>
        <pc:sldMkLst>
          <pc:docMk/>
          <pc:sldMk cId="3396333306" sldId="277"/>
        </pc:sldMkLst>
      </pc:sldChg>
      <pc:sldChg chg="del">
        <pc:chgData name="Ashutosh Dixit" userId="ab6c3e37-306d-4503-aec7-51ddf0a52e19" providerId="ADAL" clId="{1B01D6BE-C5B3-5E1A-B22F-D7D7CA513B36}" dt="2026-09-17T12:20:01.847" v="15" actId="2696"/>
        <pc:sldMkLst>
          <pc:docMk/>
          <pc:sldMk cId="555111927" sldId="278"/>
        </pc:sldMkLst>
      </pc:sldChg>
      <pc:sldChg chg="del">
        <pc:chgData name="Ashutosh Dixit" userId="ab6c3e37-306d-4503-aec7-51ddf0a52e19" providerId="ADAL" clId="{1B01D6BE-C5B3-5E1A-B22F-D7D7CA513B36}" dt="2026-09-17T12:20:13.189" v="26" actId="2696"/>
        <pc:sldMkLst>
          <pc:docMk/>
          <pc:sldMk cId="1683619539" sldId="279"/>
        </pc:sldMkLst>
      </pc:sldChg>
      <pc:sldChg chg="del">
        <pc:chgData name="Ashutosh Dixit" userId="ab6c3e37-306d-4503-aec7-51ddf0a52e19" providerId="ADAL" clId="{1B01D6BE-C5B3-5E1A-B22F-D7D7CA513B36}" dt="2026-09-17T12:20:01.850" v="17" actId="2696"/>
        <pc:sldMkLst>
          <pc:docMk/>
          <pc:sldMk cId="2685286224" sldId="280"/>
        </pc:sldMkLst>
      </pc:sldChg>
      <pc:sldChg chg="del">
        <pc:chgData name="Ashutosh Dixit" userId="ab6c3e37-306d-4503-aec7-51ddf0a52e19" providerId="ADAL" clId="{1B01D6BE-C5B3-5E1A-B22F-D7D7CA513B36}" dt="2026-09-17T12:19:53.822" v="9" actId="2696"/>
        <pc:sldMkLst>
          <pc:docMk/>
          <pc:sldMk cId="2023607609" sldId="281"/>
        </pc:sldMkLst>
      </pc:sldChg>
      <pc:sldChg chg="del">
        <pc:chgData name="Ashutosh Dixit" userId="ab6c3e37-306d-4503-aec7-51ddf0a52e19" providerId="ADAL" clId="{1B01D6BE-C5B3-5E1A-B22F-D7D7CA513B36}" dt="2026-09-17T12:19:53.354" v="8" actId="2696"/>
        <pc:sldMkLst>
          <pc:docMk/>
          <pc:sldMk cId="4056342130" sldId="285"/>
        </pc:sldMkLst>
      </pc:sldChg>
      <pc:sldChg chg="del">
        <pc:chgData name="Ashutosh Dixit" userId="ab6c3e37-306d-4503-aec7-51ddf0a52e19" providerId="ADAL" clId="{1B01D6BE-C5B3-5E1A-B22F-D7D7CA513B36}" dt="2026-09-17T12:20:09.922" v="21" actId="2696"/>
        <pc:sldMkLst>
          <pc:docMk/>
          <pc:sldMk cId="2120165079" sldId="286"/>
        </pc:sldMkLst>
      </pc:sldChg>
      <pc:sldChg chg="del">
        <pc:chgData name="Ashutosh Dixit" userId="ab6c3e37-306d-4503-aec7-51ddf0a52e19" providerId="ADAL" clId="{1B01D6BE-C5B3-5E1A-B22F-D7D7CA513B36}" dt="2026-09-17T12:19:56.043" v="11" actId="2696"/>
        <pc:sldMkLst>
          <pc:docMk/>
          <pc:sldMk cId="3096352902" sldId="287"/>
        </pc:sldMkLst>
      </pc:sldChg>
      <pc:sldChg chg="del">
        <pc:chgData name="Ashutosh Dixit" userId="ab6c3e37-306d-4503-aec7-51ddf0a52e19" providerId="ADAL" clId="{1B01D6BE-C5B3-5E1A-B22F-D7D7CA513B36}" dt="2026-09-17T12:19:49.018" v="6" actId="2696"/>
        <pc:sldMkLst>
          <pc:docMk/>
          <pc:sldMk cId="801230137" sldId="305"/>
        </pc:sldMkLst>
      </pc:sldChg>
      <pc:sldChg chg="del">
        <pc:chgData name="Ashutosh Dixit" userId="ab6c3e37-306d-4503-aec7-51ddf0a52e19" providerId="ADAL" clId="{1B01D6BE-C5B3-5E1A-B22F-D7D7CA513B36}" dt="2026-09-17T12:19:50.360" v="7" actId="2696"/>
        <pc:sldMkLst>
          <pc:docMk/>
          <pc:sldMk cId="2507564472" sldId="306"/>
        </pc:sldMkLst>
      </pc:sldChg>
      <pc:sldChg chg="del">
        <pc:chgData name="Ashutosh Dixit" userId="ab6c3e37-306d-4503-aec7-51ddf0a52e19" providerId="ADAL" clId="{1B01D6BE-C5B3-5E1A-B22F-D7D7CA513B36}" dt="2026-09-17T12:19:48.318" v="5" actId="2696"/>
        <pc:sldMkLst>
          <pc:docMk/>
          <pc:sldMk cId="3401629895" sldId="308"/>
        </pc:sldMkLst>
      </pc:sldChg>
      <pc:sldChg chg="del">
        <pc:chgData name="Ashutosh Dixit" userId="ab6c3e37-306d-4503-aec7-51ddf0a52e19" providerId="ADAL" clId="{1B01D6BE-C5B3-5E1A-B22F-D7D7CA513B36}" dt="2026-09-17T12:20:19.306" v="32" actId="2696"/>
        <pc:sldMkLst>
          <pc:docMk/>
          <pc:sldMk cId="4243320160" sldId="309"/>
        </pc:sldMkLst>
      </pc:sldChg>
      <pc:sldChg chg="del">
        <pc:chgData name="Ashutosh Dixit" userId="ab6c3e37-306d-4503-aec7-51ddf0a52e19" providerId="ADAL" clId="{1B01D6BE-C5B3-5E1A-B22F-D7D7CA513B36}" dt="2026-09-17T12:19:47.454" v="4" actId="2696"/>
        <pc:sldMkLst>
          <pc:docMk/>
          <pc:sldMk cId="2206767464" sldId="310"/>
        </pc:sldMkLst>
      </pc:sldChg>
      <pc:sldChg chg="addSp delSp modSp del mod ord">
        <pc:chgData name="Ashutosh Dixit" userId="ab6c3e37-306d-4503-aec7-51ddf0a52e19" providerId="ADAL" clId="{1B01D6BE-C5B3-5E1A-B22F-D7D7CA513B36}" dt="2026-09-17T12:33:54.212" v="461" actId="2696"/>
        <pc:sldMkLst>
          <pc:docMk/>
          <pc:sldMk cId="3119863910" sldId="311"/>
        </pc:sldMkLst>
        <pc:spChg chg="add del mod">
          <ac:chgData name="Ashutosh Dixit" userId="ab6c3e37-306d-4503-aec7-51ddf0a52e19" providerId="ADAL" clId="{1B01D6BE-C5B3-5E1A-B22F-D7D7CA513B36}" dt="2026-09-17T12:31:42.048" v="425"/>
          <ac:spMkLst>
            <pc:docMk/>
            <pc:sldMk cId="3119863910" sldId="311"/>
            <ac:spMk id="9" creationId="{A389145E-800D-E582-B779-C92CCD46C31F}"/>
          </ac:spMkLst>
        </pc:spChg>
        <pc:spChg chg="mod">
          <ac:chgData name="Ashutosh Dixit" userId="ab6c3e37-306d-4503-aec7-51ddf0a52e19" providerId="ADAL" clId="{1B01D6BE-C5B3-5E1A-B22F-D7D7CA513B36}" dt="2026-09-17T12:23:37.841" v="237" actId="14100"/>
          <ac:spMkLst>
            <pc:docMk/>
            <pc:sldMk cId="3119863910" sldId="311"/>
            <ac:spMk id="33" creationId="{82F6139F-B220-B9AB-68B5-9486B19A34DA}"/>
          </ac:spMkLst>
        </pc:spChg>
      </pc:sldChg>
      <pc:sldChg chg="del">
        <pc:chgData name="Ashutosh Dixit" userId="ab6c3e37-306d-4503-aec7-51ddf0a52e19" providerId="ADAL" clId="{1B01D6BE-C5B3-5E1A-B22F-D7D7CA513B36}" dt="2026-09-17T12:19:23.322" v="1" actId="2696"/>
        <pc:sldMkLst>
          <pc:docMk/>
          <pc:sldMk cId="4231492925" sldId="2147483636"/>
        </pc:sldMkLst>
      </pc:sldChg>
      <pc:sldChg chg="addSp delSp modSp del mod">
        <pc:chgData name="Ashutosh Dixit" userId="ab6c3e37-306d-4503-aec7-51ddf0a52e19" providerId="ADAL" clId="{1B01D6BE-C5B3-5E1A-B22F-D7D7CA513B36}" dt="2026-09-17T12:25:27.732" v="277" actId="2696"/>
        <pc:sldMkLst>
          <pc:docMk/>
          <pc:sldMk cId="2547199622" sldId="2147483646"/>
        </pc:sldMkLst>
        <pc:spChg chg="mod">
          <ac:chgData name="Ashutosh Dixit" userId="ab6c3e37-306d-4503-aec7-51ddf0a52e19" providerId="ADAL" clId="{1B01D6BE-C5B3-5E1A-B22F-D7D7CA513B36}" dt="2026-09-17T12:21:14.409" v="71" actId="20577"/>
          <ac:spMkLst>
            <pc:docMk/>
            <pc:sldMk cId="2547199622" sldId="2147483646"/>
            <ac:spMk id="2" creationId="{E0C0B86D-CC29-E0AB-1734-C149D58530F6}"/>
          </ac:spMkLst>
        </pc:spChg>
        <pc:spChg chg="mod">
          <ac:chgData name="Ashutosh Dixit" userId="ab6c3e37-306d-4503-aec7-51ddf0a52e19" providerId="ADAL" clId="{1B01D6BE-C5B3-5E1A-B22F-D7D7CA513B36}" dt="2026-09-17T12:23:26.804" v="236" actId="13926"/>
          <ac:spMkLst>
            <pc:docMk/>
            <pc:sldMk cId="2547199622" sldId="2147483646"/>
            <ac:spMk id="3" creationId="{CDC580C9-ACCE-4614-6329-EB037C0C7B2D}"/>
          </ac:spMkLst>
        </pc:spChg>
        <pc:spChg chg="mod">
          <ac:chgData name="Ashutosh Dixit" userId="ab6c3e37-306d-4503-aec7-51ddf0a52e19" providerId="ADAL" clId="{1B01D6BE-C5B3-5E1A-B22F-D7D7CA513B36}" dt="2026-09-17T12:21:38.862" v="102" actId="20577"/>
          <ac:spMkLst>
            <pc:docMk/>
            <pc:sldMk cId="2547199622" sldId="2147483646"/>
            <ac:spMk id="4" creationId="{8079FD5E-6C43-4B26-EFDE-4565DF3B24F1}"/>
          </ac:spMkLst>
        </pc:spChg>
        <pc:spChg chg="mod">
          <ac:chgData name="Ashutosh Dixit" userId="ab6c3e37-306d-4503-aec7-51ddf0a52e19" providerId="ADAL" clId="{1B01D6BE-C5B3-5E1A-B22F-D7D7CA513B36}" dt="2026-09-17T12:23:07.846" v="208" actId="20577"/>
          <ac:spMkLst>
            <pc:docMk/>
            <pc:sldMk cId="2547199622" sldId="2147483646"/>
            <ac:spMk id="8" creationId="{6347C543-6C5D-1693-7E43-E074F95D6E04}"/>
          </ac:spMkLst>
        </pc:spChg>
        <pc:spChg chg="mod">
          <ac:chgData name="Ashutosh Dixit" userId="ab6c3e37-306d-4503-aec7-51ddf0a52e19" providerId="ADAL" clId="{1B01D6BE-C5B3-5E1A-B22F-D7D7CA513B36}" dt="2026-09-17T12:22:11.374" v="119" actId="20577"/>
          <ac:spMkLst>
            <pc:docMk/>
            <pc:sldMk cId="2547199622" sldId="2147483646"/>
            <ac:spMk id="18" creationId="{F332007D-CB3A-FB11-4EB4-15C7B71BB6BA}"/>
          </ac:spMkLst>
        </pc:spChg>
        <pc:spChg chg="add del mod">
          <ac:chgData name="Ashutosh Dixit" userId="ab6c3e37-306d-4503-aec7-51ddf0a52e19" providerId="ADAL" clId="{1B01D6BE-C5B3-5E1A-B22F-D7D7CA513B36}" dt="2026-09-17T12:21:18.726" v="74"/>
          <ac:spMkLst>
            <pc:docMk/>
            <pc:sldMk cId="2547199622" sldId="2147483646"/>
            <ac:spMk id="23" creationId="{0E6BB47B-C84D-618A-58BA-584E13178A53}"/>
          </ac:spMkLst>
        </pc:spChg>
        <pc:spChg chg="mod">
          <ac:chgData name="Ashutosh Dixit" userId="ab6c3e37-306d-4503-aec7-51ddf0a52e19" providerId="ADAL" clId="{1B01D6BE-C5B3-5E1A-B22F-D7D7CA513B36}" dt="2026-09-17T12:22:55.342" v="177" actId="14100"/>
          <ac:spMkLst>
            <pc:docMk/>
            <pc:sldMk cId="2547199622" sldId="2147483646"/>
            <ac:spMk id="26" creationId="{03149E6D-1B71-E966-C19B-EEA7E701D8B5}"/>
          </ac:spMkLst>
        </pc:spChg>
        <pc:spChg chg="mod">
          <ac:chgData name="Ashutosh Dixit" userId="ab6c3e37-306d-4503-aec7-51ddf0a52e19" providerId="ADAL" clId="{1B01D6BE-C5B3-5E1A-B22F-D7D7CA513B36}" dt="2026-09-17T12:22:19.531" v="137" actId="20577"/>
          <ac:spMkLst>
            <pc:docMk/>
            <pc:sldMk cId="2547199622" sldId="2147483646"/>
            <ac:spMk id="28" creationId="{34ECE82B-648F-57B6-BC88-3E1AC70AE9C9}"/>
          </ac:spMkLst>
        </pc:spChg>
        <pc:spChg chg="add del mod">
          <ac:chgData name="Ashutosh Dixit" userId="ab6c3e37-306d-4503-aec7-51ddf0a52e19" providerId="ADAL" clId="{1B01D6BE-C5B3-5E1A-B22F-D7D7CA513B36}" dt="2026-09-17T12:21:21.090" v="77"/>
          <ac:spMkLst>
            <pc:docMk/>
            <pc:sldMk cId="2547199622" sldId="2147483646"/>
            <ac:spMk id="29" creationId="{4F50B094-072F-46C9-54EA-5106A90BD932}"/>
          </ac:spMkLst>
        </pc:spChg>
        <pc:spChg chg="mod">
          <ac:chgData name="Ashutosh Dixit" userId="ab6c3e37-306d-4503-aec7-51ddf0a52e19" providerId="ADAL" clId="{1B01D6BE-C5B3-5E1A-B22F-D7D7CA513B36}" dt="2026-09-17T12:22:25.746" v="143" actId="20577"/>
          <ac:spMkLst>
            <pc:docMk/>
            <pc:sldMk cId="2547199622" sldId="2147483646"/>
            <ac:spMk id="32" creationId="{65A77CEF-2830-59A3-D361-06D713F4085F}"/>
          </ac:spMkLst>
        </pc:spChg>
        <pc:spChg chg="mod">
          <ac:chgData name="Ashutosh Dixit" userId="ab6c3e37-306d-4503-aec7-51ddf0a52e19" providerId="ADAL" clId="{1B01D6BE-C5B3-5E1A-B22F-D7D7CA513B36}" dt="2026-09-17T12:22:34.493" v="161" actId="20577"/>
          <ac:spMkLst>
            <pc:docMk/>
            <pc:sldMk cId="2547199622" sldId="2147483646"/>
            <ac:spMk id="42" creationId="{91F362D2-AB99-C072-8F0B-736636C10A1A}"/>
          </ac:spMkLst>
        </pc:spChg>
      </pc:sldChg>
      <pc:sldChg chg="add del">
        <pc:chgData name="Ashutosh Dixit" userId="ab6c3e37-306d-4503-aec7-51ddf0a52e19" providerId="ADAL" clId="{1B01D6BE-C5B3-5E1A-B22F-D7D7CA513B36}" dt="2026-09-17T12:23:47.250" v="239" actId="2890"/>
        <pc:sldMkLst>
          <pc:docMk/>
          <pc:sldMk cId="396898795" sldId="2147483647"/>
        </pc:sldMkLst>
      </pc:sldChg>
      <pc:sldChg chg="addSp delSp modSp new mod">
        <pc:chgData name="Ashutosh Dixit" userId="ab6c3e37-306d-4503-aec7-51ddf0a52e19" providerId="ADAL" clId="{1B01D6BE-C5B3-5E1A-B22F-D7D7CA513B36}" dt="2026-09-17T12:30:51.882" v="418" actId="14100"/>
        <pc:sldMkLst>
          <pc:docMk/>
          <pc:sldMk cId="724615211" sldId="2147483647"/>
        </pc:sldMkLst>
        <pc:spChg chg="mod">
          <ac:chgData name="Ashutosh Dixit" userId="ab6c3e37-306d-4503-aec7-51ddf0a52e19" providerId="ADAL" clId="{1B01D6BE-C5B3-5E1A-B22F-D7D7CA513B36}" dt="2026-09-17T12:24:01.417" v="242"/>
          <ac:spMkLst>
            <pc:docMk/>
            <pc:sldMk cId="724615211" sldId="2147483647"/>
            <ac:spMk id="2" creationId="{326B48D5-6A21-A9B5-4BC9-17CB9037CB48}"/>
          </ac:spMkLst>
        </pc:spChg>
        <pc:spChg chg="mod">
          <ac:chgData name="Ashutosh Dixit" userId="ab6c3e37-306d-4503-aec7-51ddf0a52e19" providerId="ADAL" clId="{1B01D6BE-C5B3-5E1A-B22F-D7D7CA513B36}" dt="2026-09-17T12:24:01.417" v="242"/>
          <ac:spMkLst>
            <pc:docMk/>
            <pc:sldMk cId="724615211" sldId="2147483647"/>
            <ac:spMk id="3" creationId="{A5BAB4AE-D063-B23C-65C4-637A371E90D8}"/>
          </ac:spMkLst>
        </pc:spChg>
        <pc:spChg chg="add 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4" creationId="{A1B5FBCF-A5E1-C731-37E0-324D92D2E2D9}"/>
          </ac:spMkLst>
        </pc:spChg>
        <pc:spChg chg="add 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6" creationId="{EE78C10E-732D-9B84-2042-95179074B2B2}"/>
          </ac:spMkLst>
        </pc:spChg>
        <pc:spChg chg="add 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8" creationId="{5535B322-D6E2-E10F-7760-5C6B5C65FEFD}"/>
          </ac:spMkLst>
        </pc:spChg>
        <pc:spChg chg="add 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15" creationId="{B55E7961-EA61-27EA-9650-495FC12327BF}"/>
          </ac:spMkLst>
        </pc:spChg>
        <pc:spChg chg="add 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19" creationId="{41A53088-4C6A-9375-27E8-DFD59B5B8058}"/>
          </ac:spMkLst>
        </pc:spChg>
        <pc:spChg chg="add 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20" creationId="{6EFC52E9-C9B8-9DD9-B6F6-DC648BCC9518}"/>
          </ac:spMkLst>
        </pc:spChg>
        <pc:spChg chg="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26" creationId="{28671F23-EB8C-8940-B178-65CA7F6BFA6E}"/>
          </ac:spMkLst>
        </pc:spChg>
        <pc:spChg chg="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30" creationId="{E0314D57-E98E-2F8C-942B-62FD6BEE93BC}"/>
          </ac:spMkLst>
        </pc:spChg>
        <pc:spChg chg="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35" creationId="{B4FC60DC-14A9-AC47-3022-90A4831BE289}"/>
          </ac:spMkLst>
        </pc:spChg>
        <pc:spChg chg="add mod">
          <ac:chgData name="Ashutosh Dixit" userId="ab6c3e37-306d-4503-aec7-51ddf0a52e19" providerId="ADAL" clId="{1B01D6BE-C5B3-5E1A-B22F-D7D7CA513B36}" dt="2026-09-17T12:23:57.693" v="241"/>
          <ac:spMkLst>
            <pc:docMk/>
            <pc:sldMk cId="724615211" sldId="2147483647"/>
            <ac:spMk id="43" creationId="{235C9A8A-CEEB-9E03-F25D-8117C9AC75DB}"/>
          </ac:spMkLst>
        </pc:spChg>
        <pc:spChg chg="add mod">
          <ac:chgData name="Ashutosh Dixit" userId="ab6c3e37-306d-4503-aec7-51ddf0a52e19" providerId="ADAL" clId="{1B01D6BE-C5B3-5E1A-B22F-D7D7CA513B36}" dt="2026-09-17T12:29:18.308" v="404" actId="1076"/>
          <ac:spMkLst>
            <pc:docMk/>
            <pc:sldMk cId="724615211" sldId="2147483647"/>
            <ac:spMk id="45" creationId="{DA82753A-5A86-87F6-283D-66442FEBFB8D}"/>
          </ac:spMkLst>
        </pc:spChg>
        <pc:spChg chg="add mod">
          <ac:chgData name="Ashutosh Dixit" userId="ab6c3e37-306d-4503-aec7-51ddf0a52e19" providerId="ADAL" clId="{1B01D6BE-C5B3-5E1A-B22F-D7D7CA513B36}" dt="2026-09-17T12:29:18.308" v="404" actId="1076"/>
          <ac:spMkLst>
            <pc:docMk/>
            <pc:sldMk cId="724615211" sldId="2147483647"/>
            <ac:spMk id="46" creationId="{A4F77F6C-5C7D-734E-E644-FB8B87C7C7BA}"/>
          </ac:spMkLst>
        </pc:spChg>
        <pc:spChg chg="mod">
          <ac:chgData name="Ashutosh Dixit" userId="ab6c3e37-306d-4503-aec7-51ddf0a52e19" providerId="ADAL" clId="{1B01D6BE-C5B3-5E1A-B22F-D7D7CA513B36}" dt="2026-09-17T12:30:51.882" v="418" actId="14100"/>
          <ac:spMkLst>
            <pc:docMk/>
            <pc:sldMk cId="724615211" sldId="2147483647"/>
            <ac:spMk id="47" creationId="{05859270-01BB-1E71-D074-B72A7C113A23}"/>
          </ac:spMkLst>
        </pc:spChg>
        <pc:spChg chg="add 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48" creationId="{31724D99-A224-25F3-5CA8-99C3286EE1C7}"/>
          </ac:spMkLst>
        </pc:spChg>
        <pc:spChg chg="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49" creationId="{F60E2FB2-239C-438E-D3AC-C9503EA6DCAC}"/>
          </ac:spMkLst>
        </pc:spChg>
        <pc:spChg chg="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51" creationId="{52997E73-AB42-1168-7FE5-2C07708649CD}"/>
          </ac:spMkLst>
        </pc:spChg>
        <pc:spChg chg="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52" creationId="{85CFD663-82EC-C651-09D1-4FC981412BF6}"/>
          </ac:spMkLst>
        </pc:spChg>
        <pc:spChg chg="add 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53" creationId="{C07E75ED-3EE0-A4F2-2B80-15118CC4D6AE}"/>
          </ac:spMkLst>
        </pc:spChg>
        <pc:spChg chg="add 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54" creationId="{DE28F6C4-E4EF-4FCF-482E-0F97346114DC}"/>
          </ac:spMkLst>
        </pc:spChg>
        <pc:spChg chg="add 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55" creationId="{FE1E836F-5356-042E-4FA7-35BEEAA61251}"/>
          </ac:spMkLst>
        </pc:spChg>
        <pc:spChg chg="mod">
          <ac:chgData name="Ashutosh Dixit" userId="ab6c3e37-306d-4503-aec7-51ddf0a52e19" providerId="ADAL" clId="{1B01D6BE-C5B3-5E1A-B22F-D7D7CA513B36}" dt="2026-09-17T12:30:20.474" v="411" actId="1076"/>
          <ac:spMkLst>
            <pc:docMk/>
            <pc:sldMk cId="724615211" sldId="2147483647"/>
            <ac:spMk id="56" creationId="{5975C95E-EEFF-1437-072D-16234D2B4D22}"/>
          </ac:spMkLst>
        </pc:spChg>
        <pc:spChg chg="mod">
          <ac:chgData name="Ashutosh Dixit" userId="ab6c3e37-306d-4503-aec7-51ddf0a52e19" providerId="ADAL" clId="{1B01D6BE-C5B3-5E1A-B22F-D7D7CA513B36}" dt="2026-09-17T12:30:31.956" v="412" actId="1076"/>
          <ac:spMkLst>
            <pc:docMk/>
            <pc:sldMk cId="724615211" sldId="2147483647"/>
            <ac:spMk id="57" creationId="{37FDCD49-B496-1BDC-A251-E0E90AAAE076}"/>
          </ac:spMkLst>
        </pc:spChg>
        <pc:spChg chg="add mod">
          <ac:chgData name="Ashutosh Dixit" userId="ab6c3e37-306d-4503-aec7-51ddf0a52e19" providerId="ADAL" clId="{1B01D6BE-C5B3-5E1A-B22F-D7D7CA513B36}" dt="2026-09-17T12:30:31.956" v="412" actId="1076"/>
          <ac:spMkLst>
            <pc:docMk/>
            <pc:sldMk cId="724615211" sldId="2147483647"/>
            <ac:spMk id="58" creationId="{EB7C8D21-62F6-9C17-8A62-F08279DD5FF1}"/>
          </ac:spMkLst>
        </pc:spChg>
        <pc:spChg chg="mod">
          <ac:chgData name="Ashutosh Dixit" userId="ab6c3e37-306d-4503-aec7-51ddf0a52e19" providerId="ADAL" clId="{1B01D6BE-C5B3-5E1A-B22F-D7D7CA513B36}" dt="2026-09-17T12:30:31.956" v="412" actId="1076"/>
          <ac:spMkLst>
            <pc:docMk/>
            <pc:sldMk cId="724615211" sldId="2147483647"/>
            <ac:spMk id="59" creationId="{69369194-5A84-9BF6-E901-1EF3A6637D92}"/>
          </ac:spMkLst>
        </pc:spChg>
        <pc:spChg chg="del mod">
          <ac:chgData name="Ashutosh Dixit" userId="ab6c3e37-306d-4503-aec7-51ddf0a52e19" providerId="ADAL" clId="{1B01D6BE-C5B3-5E1A-B22F-D7D7CA513B36}" dt="2026-09-17T12:30:46.956" v="417" actId="478"/>
          <ac:spMkLst>
            <pc:docMk/>
            <pc:sldMk cId="724615211" sldId="2147483647"/>
            <ac:spMk id="61" creationId="{B6CC617D-FC78-1501-A2AD-9309E4056FF9}"/>
          </ac:spMkLst>
        </pc:spChg>
        <pc:spChg chg="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62" creationId="{8273E9F2-F799-002B-69D0-AEDCB303A641}"/>
          </ac:spMkLst>
        </pc:spChg>
        <pc:spChg chg="mod">
          <ac:chgData name="Ashutosh Dixit" userId="ab6c3e37-306d-4503-aec7-51ddf0a52e19" providerId="ADAL" clId="{1B01D6BE-C5B3-5E1A-B22F-D7D7CA513B36}" dt="2026-09-17T12:25:10.987" v="274" actId="14100"/>
          <ac:spMkLst>
            <pc:docMk/>
            <pc:sldMk cId="724615211" sldId="2147483647"/>
            <ac:spMk id="63" creationId="{86FFADD9-A4D3-CF9E-785C-3539A586E784}"/>
          </ac:spMkLst>
        </pc:spChg>
        <pc:spChg chg="mod">
          <ac:chgData name="Ashutosh Dixit" userId="ab6c3e37-306d-4503-aec7-51ddf0a52e19" providerId="ADAL" clId="{1B01D6BE-C5B3-5E1A-B22F-D7D7CA513B36}" dt="2026-09-17T12:30:00.879" v="407" actId="14100"/>
          <ac:spMkLst>
            <pc:docMk/>
            <pc:sldMk cId="724615211" sldId="2147483647"/>
            <ac:spMk id="64" creationId="{F90DBA3A-A5D5-DB71-E894-BB075F273FFC}"/>
          </ac:spMkLst>
        </pc:spChg>
        <pc:spChg chg="mod">
          <ac:chgData name="Ashutosh Dixit" userId="ab6c3e37-306d-4503-aec7-51ddf0a52e19" providerId="ADAL" clId="{1B01D6BE-C5B3-5E1A-B22F-D7D7CA513B36}" dt="2026-09-17T12:24:28.115" v="244"/>
          <ac:spMkLst>
            <pc:docMk/>
            <pc:sldMk cId="724615211" sldId="2147483647"/>
            <ac:spMk id="69" creationId="{17E6B5D5-7C52-B834-2353-573A56F47854}"/>
          </ac:spMkLst>
        </pc:spChg>
        <pc:spChg chg="mod">
          <ac:chgData name="Ashutosh Dixit" userId="ab6c3e37-306d-4503-aec7-51ddf0a52e19" providerId="ADAL" clId="{1B01D6BE-C5B3-5E1A-B22F-D7D7CA513B36}" dt="2026-09-17T12:29:26.715" v="405" actId="1076"/>
          <ac:spMkLst>
            <pc:docMk/>
            <pc:sldMk cId="724615211" sldId="2147483647"/>
            <ac:spMk id="73" creationId="{8C1EF74C-7E6D-443D-8A03-406454F7E3A7}"/>
          </ac:spMkLst>
        </pc:spChg>
        <pc:spChg chg="add mod">
          <ac:chgData name="Ashutosh Dixit" userId="ab6c3e37-306d-4503-aec7-51ddf0a52e19" providerId="ADAL" clId="{1B01D6BE-C5B3-5E1A-B22F-D7D7CA513B36}" dt="2026-09-17T12:29:26.715" v="405" actId="1076"/>
          <ac:spMkLst>
            <pc:docMk/>
            <pc:sldMk cId="724615211" sldId="2147483647"/>
            <ac:spMk id="74" creationId="{1FDA7FFD-6092-2F60-C472-90F6A6E8C0BD}"/>
          </ac:spMkLst>
        </pc:spChg>
        <pc:spChg chg="mod">
          <ac:chgData name="Ashutosh Dixit" userId="ab6c3e37-306d-4503-aec7-51ddf0a52e19" providerId="ADAL" clId="{1B01D6BE-C5B3-5E1A-B22F-D7D7CA513B36}" dt="2026-09-17T12:29:26.715" v="405" actId="1076"/>
          <ac:spMkLst>
            <pc:docMk/>
            <pc:sldMk cId="724615211" sldId="2147483647"/>
            <ac:spMk id="75" creationId="{D68BB890-5D18-EA84-E81E-DAA591406561}"/>
          </ac:spMkLst>
        </pc:spChg>
        <pc:spChg chg="mod">
          <ac:chgData name="Ashutosh Dixit" userId="ab6c3e37-306d-4503-aec7-51ddf0a52e19" providerId="ADAL" clId="{1B01D6BE-C5B3-5E1A-B22F-D7D7CA513B36}" dt="2026-09-17T12:29:26.715" v="405" actId="1076"/>
          <ac:spMkLst>
            <pc:docMk/>
            <pc:sldMk cId="724615211" sldId="2147483647"/>
            <ac:spMk id="76" creationId="{88AF869D-5AA1-9D10-8BD4-BB41E0574416}"/>
          </ac:spMkLst>
        </pc:spChg>
        <pc:spChg chg="add mod">
          <ac:chgData name="Ashutosh Dixit" userId="ab6c3e37-306d-4503-aec7-51ddf0a52e19" providerId="ADAL" clId="{1B01D6BE-C5B3-5E1A-B22F-D7D7CA513B36}" dt="2026-09-17T12:30:31.956" v="412" actId="1076"/>
          <ac:spMkLst>
            <pc:docMk/>
            <pc:sldMk cId="724615211" sldId="2147483647"/>
            <ac:spMk id="77" creationId="{CDD88739-1339-E8E8-E88F-C94FE4DC4C1D}"/>
          </ac:spMkLst>
        </pc:spChg>
        <pc:spChg chg="mod">
          <ac:chgData name="Ashutosh Dixit" userId="ab6c3e37-306d-4503-aec7-51ddf0a52e19" providerId="ADAL" clId="{1B01D6BE-C5B3-5E1A-B22F-D7D7CA513B36}" dt="2026-09-17T12:30:31.956" v="412" actId="1076"/>
          <ac:spMkLst>
            <pc:docMk/>
            <pc:sldMk cId="724615211" sldId="2147483647"/>
            <ac:spMk id="79" creationId="{EFED05A7-E41D-ABFC-F182-A0E90513DA13}"/>
          </ac:spMkLst>
        </pc:spChg>
        <pc:spChg chg="add mod">
          <ac:chgData name="Ashutosh Dixit" userId="ab6c3e37-306d-4503-aec7-51ddf0a52e19" providerId="ADAL" clId="{1B01D6BE-C5B3-5E1A-B22F-D7D7CA513B36}" dt="2026-09-17T12:29:01.057" v="400" actId="1076"/>
          <ac:spMkLst>
            <pc:docMk/>
            <pc:sldMk cId="724615211" sldId="2147483647"/>
            <ac:spMk id="80" creationId="{D9528F88-3267-44FE-1E4B-792A8DCAB984}"/>
          </ac:spMkLst>
        </pc:spChg>
        <pc:spChg chg="add mod">
          <ac:chgData name="Ashutosh Dixit" userId="ab6c3e37-306d-4503-aec7-51ddf0a52e19" providerId="ADAL" clId="{1B01D6BE-C5B3-5E1A-B22F-D7D7CA513B36}" dt="2026-09-17T12:29:01.057" v="400" actId="1076"/>
          <ac:spMkLst>
            <pc:docMk/>
            <pc:sldMk cId="724615211" sldId="2147483647"/>
            <ac:spMk id="81" creationId="{7EE9B7DA-A996-93D2-6A47-4744430F3E1C}"/>
          </ac:spMkLst>
        </pc:spChg>
        <pc:spChg chg="add mod">
          <ac:chgData name="Ashutosh Dixit" userId="ab6c3e37-306d-4503-aec7-51ddf0a52e19" providerId="ADAL" clId="{1B01D6BE-C5B3-5E1A-B22F-D7D7CA513B36}" dt="2026-09-17T12:29:01.057" v="400" actId="1076"/>
          <ac:spMkLst>
            <pc:docMk/>
            <pc:sldMk cId="724615211" sldId="2147483647"/>
            <ac:spMk id="82" creationId="{EB669DC3-D4AE-F968-4BFF-4FE08AC1E963}"/>
          </ac:spMkLst>
        </pc:spChg>
        <pc:spChg chg="add mod">
          <ac:chgData name="Ashutosh Dixit" userId="ab6c3e37-306d-4503-aec7-51ddf0a52e19" providerId="ADAL" clId="{1B01D6BE-C5B3-5E1A-B22F-D7D7CA513B36}" dt="2026-09-17T12:29:01.057" v="400" actId="1076"/>
          <ac:spMkLst>
            <pc:docMk/>
            <pc:sldMk cId="724615211" sldId="2147483647"/>
            <ac:spMk id="83" creationId="{D8633C1B-3834-83FD-88C2-1D87A1300F05}"/>
          </ac:spMkLst>
        </pc:spChg>
        <pc:spChg chg="add del mod">
          <ac:chgData name="Ashutosh Dixit" userId="ab6c3e37-306d-4503-aec7-51ddf0a52e19" providerId="ADAL" clId="{1B01D6BE-C5B3-5E1A-B22F-D7D7CA513B36}" dt="2026-09-17T12:28:38.201" v="384" actId="478"/>
          <ac:spMkLst>
            <pc:docMk/>
            <pc:sldMk cId="724615211" sldId="2147483647"/>
            <ac:spMk id="84" creationId="{6E5D12BB-B219-D115-14E7-BC2A70281D98}"/>
          </ac:spMkLst>
        </pc:spChg>
        <pc:spChg chg="add del mod">
          <ac:chgData name="Ashutosh Dixit" userId="ab6c3e37-306d-4503-aec7-51ddf0a52e19" providerId="ADAL" clId="{1B01D6BE-C5B3-5E1A-B22F-D7D7CA513B36}" dt="2026-09-17T12:28:38.773" v="385" actId="478"/>
          <ac:spMkLst>
            <pc:docMk/>
            <pc:sldMk cId="724615211" sldId="2147483647"/>
            <ac:spMk id="85" creationId="{41E8E5EC-21FF-B1AA-A887-14585704D166}"/>
          </ac:spMkLst>
        </pc:spChg>
        <pc:spChg chg="add del mod">
          <ac:chgData name="Ashutosh Dixit" userId="ab6c3e37-306d-4503-aec7-51ddf0a52e19" providerId="ADAL" clId="{1B01D6BE-C5B3-5E1A-B22F-D7D7CA513B36}" dt="2026-09-17T12:28:39.232" v="386" actId="478"/>
          <ac:spMkLst>
            <pc:docMk/>
            <pc:sldMk cId="724615211" sldId="2147483647"/>
            <ac:spMk id="86" creationId="{AAA7FF11-98C2-6D7F-7065-ABDEACC18754}"/>
          </ac:spMkLst>
        </pc:spChg>
        <pc:spChg chg="add mod">
          <ac:chgData name="Ashutosh Dixit" userId="ab6c3e37-306d-4503-aec7-51ddf0a52e19" providerId="ADAL" clId="{1B01D6BE-C5B3-5E1A-B22F-D7D7CA513B36}" dt="2026-09-17T12:29:13.277" v="403" actId="1076"/>
          <ac:spMkLst>
            <pc:docMk/>
            <pc:sldMk cId="724615211" sldId="2147483647"/>
            <ac:spMk id="87" creationId="{EC1E611E-1279-306F-9586-14FD3E033EDA}"/>
          </ac:spMkLst>
        </pc:spChg>
        <pc:grpChg chg="mod">
          <ac:chgData name="Ashutosh Dixit" userId="ab6c3e37-306d-4503-aec7-51ddf0a52e19" providerId="ADAL" clId="{1B01D6BE-C5B3-5E1A-B22F-D7D7CA513B36}" dt="2026-09-17T12:29:26.715" v="405" actId="1076"/>
          <ac:grpSpMkLst>
            <pc:docMk/>
            <pc:sldMk cId="724615211" sldId="2147483647"/>
            <ac:grpSpMk id="65" creationId="{403AFBFE-857E-ADE7-D0E4-1D5939AE8513}"/>
          </ac:grpSpMkLst>
        </pc:grpChg>
        <pc:grpChg chg="mod">
          <ac:chgData name="Ashutosh Dixit" userId="ab6c3e37-306d-4503-aec7-51ddf0a52e19" providerId="ADAL" clId="{1B01D6BE-C5B3-5E1A-B22F-D7D7CA513B36}" dt="2026-09-17T12:30:31.956" v="412" actId="1076"/>
          <ac:grpSpMkLst>
            <pc:docMk/>
            <pc:sldMk cId="724615211" sldId="2147483647"/>
            <ac:grpSpMk id="70" creationId="{757A6268-B6C7-E4E1-0AE1-CC0052CA9E21}"/>
          </ac:grpSpMkLst>
        </pc:grpChg>
        <pc:cxnChg chg="mod">
          <ac:chgData name="Ashutosh Dixit" userId="ab6c3e37-306d-4503-aec7-51ddf0a52e19" providerId="ADAL" clId="{1B01D6BE-C5B3-5E1A-B22F-D7D7CA513B36}" dt="2026-09-17T12:30:12.717" v="409" actId="14100"/>
          <ac:cxnSpMkLst>
            <pc:docMk/>
            <pc:sldMk cId="724615211" sldId="2147483647"/>
            <ac:cxnSpMk id="60" creationId="{D8A3F175-655D-2D98-525E-8F3323CC4E2F}"/>
          </ac:cxnSpMkLst>
        </pc:cxnChg>
        <pc:cxnChg chg="mod">
          <ac:chgData name="Ashutosh Dixit" userId="ab6c3e37-306d-4503-aec7-51ddf0a52e19" providerId="ADAL" clId="{1B01D6BE-C5B3-5E1A-B22F-D7D7CA513B36}" dt="2026-09-17T12:30:31.956" v="412" actId="1076"/>
          <ac:cxnSpMkLst>
            <pc:docMk/>
            <pc:sldMk cId="724615211" sldId="2147483647"/>
            <ac:cxnSpMk id="78" creationId="{37B0E6CE-B9B2-02B9-14DD-48C77BC4306A}"/>
          </ac:cxnSpMkLst>
        </pc:cxnChg>
      </pc:sldChg>
      <pc:sldChg chg="del">
        <pc:chgData name="Ashutosh Dixit" userId="ab6c3e37-306d-4503-aec7-51ddf0a52e19" providerId="ADAL" clId="{1B01D6BE-C5B3-5E1A-B22F-D7D7CA513B36}" dt="2026-09-17T12:20:20.863" v="34" actId="2696"/>
        <pc:sldMkLst>
          <pc:docMk/>
          <pc:sldMk cId="3215899776" sldId="21474836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B4E9E7-F1AC-8274-C34E-1F16DB8797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4955E-6891-7142-66AC-4F8B7FF1A0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317C1-6B41-4FE0-803E-E2796AEB613D}" type="datetimeFigureOut">
              <a:rPr lang="en-IN" smtClean="0"/>
              <a:t>17/09/26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1E9B3-3B17-6F04-6EFC-07AA8E8971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D39FB-1A39-A2EE-D855-4971DC562C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8ABC3-ACE2-4601-B12D-7A32BEAA59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847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44A48-4412-4967-A4BB-AAA2318B2F15}" type="datetimeFigureOut">
              <a:rPr lang="en-IN" smtClean="0"/>
              <a:t>17/09/26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9300" y="1143000"/>
            <a:ext cx="5359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8FACA-A66F-466F-9C9A-BB06BF34E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30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1pPr>
    <a:lvl2pPr marL="606289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2pPr>
    <a:lvl3pPr marL="1212577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3pPr>
    <a:lvl4pPr marL="1818866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4pPr>
    <a:lvl5pPr marL="2425154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5pPr>
    <a:lvl6pPr marL="3031443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6pPr>
    <a:lvl7pPr marL="3637732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7pPr>
    <a:lvl8pPr marL="4244019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8pPr>
    <a:lvl9pPr marL="4850309" algn="l" defTabSz="1212577" rtl="0" eaLnBrk="1" latinLnBrk="0" hangingPunct="1">
      <a:defRPr sz="159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48831E-267D-B777-8440-4C2ED9DE6F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0876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39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48831E-267D-B777-8440-4C2ED9DE6F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0876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264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48831E-267D-B777-8440-4C2ED9DE6F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0876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428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48831E-267D-B777-8440-4C2ED9DE6F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0876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40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48831E-267D-B777-8440-4C2ED9DE6F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0876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37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77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89EA58F8-266B-FBCB-8FFD-53961260873C}"/>
              </a:ext>
            </a:extLst>
          </p:cNvPr>
          <p:cNvSpPr/>
          <p:nvPr userDrawn="1"/>
        </p:nvSpPr>
        <p:spPr>
          <a:xfrm>
            <a:off x="0" y="0"/>
            <a:ext cx="15087600" cy="86868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15239998" y="8572499"/>
                </a:moveTo>
                <a:lnTo>
                  <a:pt x="0" y="8572499"/>
                </a:lnTo>
                <a:lnTo>
                  <a:pt x="0" y="0"/>
                </a:lnTo>
                <a:lnTo>
                  <a:pt x="15239998" y="0"/>
                </a:lnTo>
                <a:lnTo>
                  <a:pt x="15239998" y="85724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13D56-9797-A242-36B5-C39EC3BFEE78}"/>
              </a:ext>
            </a:extLst>
          </p:cNvPr>
          <p:cNvSpPr txBox="1"/>
          <p:nvPr userDrawn="1"/>
        </p:nvSpPr>
        <p:spPr>
          <a:xfrm>
            <a:off x="9047480" y="8216056"/>
            <a:ext cx="469779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Outcreate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 with AI  |  ©LTM  |  Privileged and Confidential</a:t>
            </a: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878455D2-DEA2-0A58-F8FE-6DE2B068EF97}"/>
              </a:ext>
            </a:extLst>
          </p:cNvPr>
          <p:cNvSpPr txBox="1">
            <a:spLocks/>
          </p:cNvSpPr>
          <p:nvPr userDrawn="1"/>
        </p:nvSpPr>
        <p:spPr>
          <a:xfrm>
            <a:off x="13623266" y="8202075"/>
            <a:ext cx="513190" cy="229551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50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50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AAFA3BB-5D10-C84F-028B-89D44AD002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67" y="8227977"/>
            <a:ext cx="425608" cy="1120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75AD2B-AC05-9F95-15D2-2E1FF34F65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0876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25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9508B5EB-37AF-AC95-626D-419DBE3A5482}"/>
              </a:ext>
            </a:extLst>
          </p:cNvPr>
          <p:cNvSpPr/>
          <p:nvPr userDrawn="1"/>
        </p:nvSpPr>
        <p:spPr>
          <a:xfrm>
            <a:off x="0" y="0"/>
            <a:ext cx="15087600" cy="86868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15239998" y="8572499"/>
                </a:moveTo>
                <a:lnTo>
                  <a:pt x="0" y="8572499"/>
                </a:lnTo>
                <a:lnTo>
                  <a:pt x="0" y="0"/>
                </a:lnTo>
                <a:lnTo>
                  <a:pt x="15239998" y="0"/>
                </a:lnTo>
                <a:lnTo>
                  <a:pt x="15239998" y="85724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3B4877-4189-DD47-304B-D776740EB57F}"/>
              </a:ext>
            </a:extLst>
          </p:cNvPr>
          <p:cNvSpPr txBox="1"/>
          <p:nvPr userDrawn="1"/>
        </p:nvSpPr>
        <p:spPr>
          <a:xfrm>
            <a:off x="9047480" y="8216056"/>
            <a:ext cx="469779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Outcreate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 with AI  |  ©LTM  |  Privileged and Confidential</a:t>
            </a:r>
          </a:p>
        </p:txBody>
      </p:sp>
      <p:sp>
        <p:nvSpPr>
          <p:cNvPr id="17" name="Marcador de número de diapositiva 5">
            <a:extLst>
              <a:ext uri="{FF2B5EF4-FFF2-40B4-BE49-F238E27FC236}">
                <a16:creationId xmlns:a16="http://schemas.microsoft.com/office/drawing/2014/main" id="{64C6DBDD-165E-4736-C2C8-13501D8A679A}"/>
              </a:ext>
            </a:extLst>
          </p:cNvPr>
          <p:cNvSpPr txBox="1">
            <a:spLocks/>
          </p:cNvSpPr>
          <p:nvPr userDrawn="1"/>
        </p:nvSpPr>
        <p:spPr>
          <a:xfrm>
            <a:off x="13623266" y="8202075"/>
            <a:ext cx="513190" cy="229551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50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50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494E2E1-C663-07E0-A98B-8EEAE95BAB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67" y="8227977"/>
            <a:ext cx="425608" cy="112002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9F7BEC1-187C-6BC1-0869-F2C8AA5C4D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797" y="2429673"/>
            <a:ext cx="6688667" cy="39199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en-IN" sz="1200" kern="1200" dirty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5pPr>
          </a:lstStyle>
          <a:p>
            <a:pPr lvl="0"/>
            <a:r>
              <a:rPr lang="en-US"/>
              <a:t>Subtitle here</a:t>
            </a:r>
            <a:endParaRPr lang="en-IN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7284B9C-E748-E18E-203F-8EA5F24273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795" y="1899213"/>
            <a:ext cx="6688671" cy="47029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3200" b="0" kern="1200" spc="-70" baseline="0" dirty="0">
                <a:solidFill>
                  <a:schemeClr val="bg1"/>
                </a:solidFill>
                <a:latin typeface="ES Klarheit Grotesk Smbd" pitchFamily="2" charset="0"/>
                <a:ea typeface="ES Klarheit Grotesk Smbd" pitchFamily="2" charset="0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here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D82651-EFFC-5108-A65F-9C2C04BF95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9" b="17409"/>
          <a:stretch/>
        </p:blipFill>
        <p:spPr>
          <a:xfrm>
            <a:off x="0" y="0"/>
            <a:ext cx="15087600" cy="1609277"/>
          </a:xfrm>
          <a:prstGeom prst="rect">
            <a:avLst/>
          </a:prstGeom>
        </p:spPr>
      </p:pic>
      <p:sp>
        <p:nvSpPr>
          <p:cNvPr id="5" name="object 47">
            <a:extLst>
              <a:ext uri="{FF2B5EF4-FFF2-40B4-BE49-F238E27FC236}">
                <a16:creationId xmlns:a16="http://schemas.microsoft.com/office/drawing/2014/main" id="{7885B80E-2659-0145-C9CD-3A972F70BBAC}"/>
              </a:ext>
            </a:extLst>
          </p:cNvPr>
          <p:cNvSpPr txBox="1"/>
          <p:nvPr userDrawn="1"/>
        </p:nvSpPr>
        <p:spPr>
          <a:xfrm>
            <a:off x="13768385" y="928685"/>
            <a:ext cx="781050" cy="341315"/>
          </a:xfrm>
          <a:prstGeom prst="rect">
            <a:avLst/>
          </a:prstGeom>
          <a:ln w="9524">
            <a:solidFill>
              <a:srgbClr val="E7605D"/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H</a:t>
            </a:r>
            <a:r>
              <a:rPr sz="1000" b="1" spc="-75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O</a:t>
            </a:r>
            <a:r>
              <a:rPr sz="1000" b="1" spc="-7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M</a:t>
            </a:r>
            <a:r>
              <a:rPr sz="1000" b="1" spc="-7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 spc="-5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</a:t>
            </a:r>
            <a:endParaRPr sz="1000">
              <a:solidFill>
                <a:srgbClr val="E7605D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B32C999F-9C98-07B2-F2DE-FA9B84A2E4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97339" y="989322"/>
            <a:ext cx="3683000" cy="220987"/>
          </a:xfrm>
        </p:spPr>
        <p:txBody>
          <a:bodyPr lIns="0" tIns="0" rIns="0" bIns="0" anchor="ctr">
            <a:noAutofit/>
          </a:bodyPr>
          <a:lstStyle>
            <a:lvl1pPr>
              <a:buNone/>
              <a:defRPr sz="1400" b="0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</a:defRPr>
            </a:lvl1pPr>
            <a:lvl2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R="5080">
              <a:lnSpc>
                <a:spcPct val="100000"/>
              </a:lnSpc>
              <a:spcBef>
                <a:spcPts val="125"/>
              </a:spcBef>
            </a:pPr>
            <a:r>
              <a:rPr lang="en-GB" sz="1400" b="1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AI LED ENGINEERING</a:t>
            </a:r>
          </a:p>
        </p:txBody>
      </p:sp>
      <p:sp>
        <p:nvSpPr>
          <p:cNvPr id="7" name="Rectangle 6">
            <a:hlinkClick r:id="" action="ppaction://noaction"/>
            <a:extLst>
              <a:ext uri="{FF2B5EF4-FFF2-40B4-BE49-F238E27FC236}">
                <a16:creationId xmlns:a16="http://schemas.microsoft.com/office/drawing/2014/main" id="{D3172E80-D08F-A25B-8A76-CAFDF4647808}"/>
              </a:ext>
            </a:extLst>
          </p:cNvPr>
          <p:cNvSpPr/>
          <p:nvPr userDrawn="1"/>
        </p:nvSpPr>
        <p:spPr>
          <a:xfrm>
            <a:off x="685794" y="921064"/>
            <a:ext cx="1801368" cy="345536"/>
          </a:xfrm>
          <a:prstGeom prst="rect">
            <a:avLst/>
          </a:prstGeom>
          <a:solidFill>
            <a:srgbClr val="E76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IN" sz="1050" b="1" dirty="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MODERNIZE TO INTELLIGENT CORE</a:t>
            </a:r>
          </a:p>
        </p:txBody>
      </p:sp>
      <p:sp>
        <p:nvSpPr>
          <p:cNvPr id="8" name="Rectangle 7">
            <a:hlinkClick r:id="" action="ppaction://noaction"/>
            <a:extLst>
              <a:ext uri="{FF2B5EF4-FFF2-40B4-BE49-F238E27FC236}">
                <a16:creationId xmlns:a16="http://schemas.microsoft.com/office/drawing/2014/main" id="{CCD0BB0B-9724-292F-AFF5-A1314DD0FD97}"/>
              </a:ext>
            </a:extLst>
          </p:cNvPr>
          <p:cNvSpPr/>
          <p:nvPr userDrawn="1"/>
        </p:nvSpPr>
        <p:spPr>
          <a:xfrm>
            <a:off x="2530527" y="921064"/>
            <a:ext cx="1799167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 dirty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ENGINEERED WITH INTELLIGENCE</a:t>
            </a: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F8FCA8B9-7604-43C8-DC25-EFFA7CA4963A}"/>
              </a:ext>
            </a:extLst>
          </p:cNvPr>
          <p:cNvSpPr/>
          <p:nvPr userDrawn="1"/>
        </p:nvSpPr>
        <p:spPr>
          <a:xfrm>
            <a:off x="4373059" y="921064"/>
            <a:ext cx="1799167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 dirty="0">
                <a:solidFill>
                  <a:srgbClr val="FFFFFF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OPERATE WITH AUTONOMY</a:t>
            </a:r>
            <a:endParaRPr lang="pt-BR" sz="1050" dirty="0"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40F138C7-A0F0-89B2-E4BA-CA1D430B85B3}"/>
              </a:ext>
            </a:extLst>
          </p:cNvPr>
          <p:cNvSpPr/>
          <p:nvPr userDrawn="1"/>
        </p:nvSpPr>
        <p:spPr>
          <a:xfrm>
            <a:off x="6215592" y="921064"/>
            <a:ext cx="1801368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pt-BR" sz="1050" b="1" kern="1200" spc="0" dirty="0">
                <a:solidFill>
                  <a:srgbClr val="FFFFFF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AMPLIFY EXPERIENCE &amp; PRODUCTIVITY</a:t>
            </a:r>
            <a:endParaRPr lang="pt-BR" sz="1050" b="1" kern="1200" dirty="0">
              <a:solidFill>
                <a:srgbClr val="FFFFFF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FA8946F1-A9AB-B971-6808-0DB1A2BD04A1}"/>
              </a:ext>
            </a:extLst>
          </p:cNvPr>
          <p:cNvSpPr/>
          <p:nvPr userDrawn="1"/>
        </p:nvSpPr>
        <p:spPr>
          <a:xfrm>
            <a:off x="13792198" y="949324"/>
            <a:ext cx="735016" cy="2984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593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9508B5EB-37AF-AC95-626D-419DBE3A5482}"/>
              </a:ext>
            </a:extLst>
          </p:cNvPr>
          <p:cNvSpPr/>
          <p:nvPr userDrawn="1"/>
        </p:nvSpPr>
        <p:spPr>
          <a:xfrm>
            <a:off x="0" y="0"/>
            <a:ext cx="15087600" cy="86868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15239998" y="8572499"/>
                </a:moveTo>
                <a:lnTo>
                  <a:pt x="0" y="8572499"/>
                </a:lnTo>
                <a:lnTo>
                  <a:pt x="0" y="0"/>
                </a:lnTo>
                <a:lnTo>
                  <a:pt x="15239998" y="0"/>
                </a:lnTo>
                <a:lnTo>
                  <a:pt x="15239998" y="85724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3B4877-4189-DD47-304B-D776740EB57F}"/>
              </a:ext>
            </a:extLst>
          </p:cNvPr>
          <p:cNvSpPr txBox="1"/>
          <p:nvPr userDrawn="1"/>
        </p:nvSpPr>
        <p:spPr>
          <a:xfrm>
            <a:off x="9047480" y="8216056"/>
            <a:ext cx="469779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Outcreate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 with AI  |  ©LTM  |  Privileged and Confidential</a:t>
            </a:r>
          </a:p>
        </p:txBody>
      </p:sp>
      <p:sp>
        <p:nvSpPr>
          <p:cNvPr id="17" name="Marcador de número de diapositiva 5">
            <a:extLst>
              <a:ext uri="{FF2B5EF4-FFF2-40B4-BE49-F238E27FC236}">
                <a16:creationId xmlns:a16="http://schemas.microsoft.com/office/drawing/2014/main" id="{64C6DBDD-165E-4736-C2C8-13501D8A679A}"/>
              </a:ext>
            </a:extLst>
          </p:cNvPr>
          <p:cNvSpPr txBox="1">
            <a:spLocks/>
          </p:cNvSpPr>
          <p:nvPr userDrawn="1"/>
        </p:nvSpPr>
        <p:spPr>
          <a:xfrm>
            <a:off x="13623266" y="8202075"/>
            <a:ext cx="513190" cy="229551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50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50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494E2E1-C663-07E0-A98B-8EEAE95BAB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67" y="8227977"/>
            <a:ext cx="425608" cy="112002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BCFBF44-4640-591D-A994-6098243974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795" y="1899213"/>
            <a:ext cx="6688671" cy="47029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3200" b="0" kern="1200" spc="-70" baseline="0" dirty="0">
                <a:solidFill>
                  <a:schemeClr val="bg1"/>
                </a:solidFill>
                <a:latin typeface="ES Klarheit Grotesk Smbd" pitchFamily="2" charset="0"/>
                <a:ea typeface="ES Klarheit Grotesk Smbd" pitchFamily="2" charset="0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here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9F7BEC1-187C-6BC1-0869-F2C8AA5C4D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797" y="2429673"/>
            <a:ext cx="6688667" cy="39199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en-IN" sz="1200" kern="1200" dirty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5pPr>
          </a:lstStyle>
          <a:p>
            <a:pPr lvl="0"/>
            <a:r>
              <a:rPr lang="en-US"/>
              <a:t>Subtitle here</a:t>
            </a:r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3053FA-110D-7BAD-CE40-DC89B895C5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9" b="17409"/>
          <a:stretch/>
        </p:blipFill>
        <p:spPr>
          <a:xfrm>
            <a:off x="0" y="0"/>
            <a:ext cx="15087600" cy="1609277"/>
          </a:xfrm>
          <a:prstGeom prst="rect">
            <a:avLst/>
          </a:prstGeom>
        </p:spPr>
      </p:pic>
      <p:sp>
        <p:nvSpPr>
          <p:cNvPr id="25" name="object 47">
            <a:extLst>
              <a:ext uri="{FF2B5EF4-FFF2-40B4-BE49-F238E27FC236}">
                <a16:creationId xmlns:a16="http://schemas.microsoft.com/office/drawing/2014/main" id="{F6538E88-7997-0748-FE49-C9C6925EE7E3}"/>
              </a:ext>
            </a:extLst>
          </p:cNvPr>
          <p:cNvSpPr txBox="1"/>
          <p:nvPr userDrawn="1"/>
        </p:nvSpPr>
        <p:spPr>
          <a:xfrm>
            <a:off x="13768385" y="928685"/>
            <a:ext cx="781050" cy="341315"/>
          </a:xfrm>
          <a:prstGeom prst="rect">
            <a:avLst/>
          </a:prstGeom>
          <a:ln w="9524">
            <a:solidFill>
              <a:srgbClr val="E7605D"/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H</a:t>
            </a:r>
            <a:r>
              <a:rPr sz="1000" b="1" spc="-75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O</a:t>
            </a:r>
            <a:r>
              <a:rPr sz="1000" b="1" spc="-7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M</a:t>
            </a:r>
            <a:r>
              <a:rPr sz="1000" b="1" spc="-7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 spc="-5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</a:t>
            </a:r>
            <a:endParaRPr sz="1000">
              <a:solidFill>
                <a:srgbClr val="E7605D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55" name="Text Placeholder 28">
            <a:extLst>
              <a:ext uri="{FF2B5EF4-FFF2-40B4-BE49-F238E27FC236}">
                <a16:creationId xmlns:a16="http://schemas.microsoft.com/office/drawing/2014/main" id="{317ADFF7-98F4-F0FF-98B1-299DB6687D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97339" y="989322"/>
            <a:ext cx="3683000" cy="220987"/>
          </a:xfrm>
        </p:spPr>
        <p:txBody>
          <a:bodyPr lIns="0" tIns="0" rIns="0" bIns="0" anchor="ctr">
            <a:noAutofit/>
          </a:bodyPr>
          <a:lstStyle>
            <a:lvl1pPr>
              <a:buNone/>
              <a:defRPr sz="1400" b="0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</a:defRPr>
            </a:lvl1pPr>
            <a:lvl2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R="5080">
              <a:lnSpc>
                <a:spcPct val="100000"/>
              </a:lnSpc>
              <a:spcBef>
                <a:spcPts val="125"/>
              </a:spcBef>
            </a:pPr>
            <a:r>
              <a:rPr lang="en-GB" sz="1400" b="1" dirty="0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ENTERPRISE AI</a:t>
            </a:r>
          </a:p>
        </p:txBody>
      </p:sp>
      <p:sp>
        <p:nvSpPr>
          <p:cNvPr id="57" name="Rectangle 56">
            <a:hlinkClick r:id="" action="ppaction://noaction"/>
            <a:extLst>
              <a:ext uri="{FF2B5EF4-FFF2-40B4-BE49-F238E27FC236}">
                <a16:creationId xmlns:a16="http://schemas.microsoft.com/office/drawing/2014/main" id="{D99DB516-D8DF-AAA4-4574-F5D6449C9DE6}"/>
              </a:ext>
            </a:extLst>
          </p:cNvPr>
          <p:cNvSpPr/>
          <p:nvPr userDrawn="1"/>
        </p:nvSpPr>
        <p:spPr>
          <a:xfrm>
            <a:off x="685792" y="916996"/>
            <a:ext cx="1801368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IN" sz="1050" b="1" dirty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MODERNIZE TO INTELLIGENT CORE</a:t>
            </a:r>
          </a:p>
        </p:txBody>
      </p:sp>
      <p:sp>
        <p:nvSpPr>
          <p:cNvPr id="59" name="Rectangle 58">
            <a:hlinkClick r:id="" action="ppaction://noaction"/>
            <a:extLst>
              <a:ext uri="{FF2B5EF4-FFF2-40B4-BE49-F238E27FC236}">
                <a16:creationId xmlns:a16="http://schemas.microsoft.com/office/drawing/2014/main" id="{18CDCFC2-3F7F-5FCA-DE08-0A960B507607}"/>
              </a:ext>
            </a:extLst>
          </p:cNvPr>
          <p:cNvSpPr/>
          <p:nvPr userDrawn="1"/>
        </p:nvSpPr>
        <p:spPr>
          <a:xfrm>
            <a:off x="2530526" y="924464"/>
            <a:ext cx="1799167" cy="345536"/>
          </a:xfrm>
          <a:prstGeom prst="rect">
            <a:avLst/>
          </a:prstGeom>
          <a:solidFill>
            <a:srgbClr val="E76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 dirty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ENGINEERED WITH INTELLIGENCE</a:t>
            </a:r>
          </a:p>
        </p:txBody>
      </p:sp>
      <p:sp>
        <p:nvSpPr>
          <p:cNvPr id="61" name="Rectangle 60">
            <a:hlinkClick r:id="" action="ppaction://noaction"/>
            <a:extLst>
              <a:ext uri="{FF2B5EF4-FFF2-40B4-BE49-F238E27FC236}">
                <a16:creationId xmlns:a16="http://schemas.microsoft.com/office/drawing/2014/main" id="{6B2615C2-9779-EDC5-3A1D-7F1B1B748A9A}"/>
              </a:ext>
            </a:extLst>
          </p:cNvPr>
          <p:cNvSpPr/>
          <p:nvPr userDrawn="1"/>
        </p:nvSpPr>
        <p:spPr>
          <a:xfrm>
            <a:off x="4373059" y="921064"/>
            <a:ext cx="1799167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lnSpc>
                <a:spcPct val="100000"/>
              </a:lnSpc>
              <a:spcBef>
                <a:spcPts val="0"/>
              </a:spcBef>
            </a:pPr>
            <a:r>
              <a:rPr lang="pt-BR" sz="1050" b="1" dirty="0">
                <a:solidFill>
                  <a:srgbClr val="FFFFFF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OPERATE WITH AUTONOMY</a:t>
            </a:r>
            <a:endParaRPr lang="pt-BR" sz="1050" dirty="0"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63" name="Rectangle 62">
            <a:hlinkClick r:id="" action="ppaction://noaction"/>
            <a:extLst>
              <a:ext uri="{FF2B5EF4-FFF2-40B4-BE49-F238E27FC236}">
                <a16:creationId xmlns:a16="http://schemas.microsoft.com/office/drawing/2014/main" id="{B262CB7E-9FA0-46E7-C12C-CC538110C9A7}"/>
              </a:ext>
            </a:extLst>
          </p:cNvPr>
          <p:cNvSpPr/>
          <p:nvPr userDrawn="1"/>
        </p:nvSpPr>
        <p:spPr>
          <a:xfrm>
            <a:off x="6215592" y="921064"/>
            <a:ext cx="1801368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pt-BR" sz="1050" b="1" kern="1200" spc="0" dirty="0">
                <a:solidFill>
                  <a:srgbClr val="FFFFFF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AMPLIFY EXPERIENCE &amp; PRODUCTIVITY</a:t>
            </a:r>
            <a:endParaRPr lang="pt-BR" sz="1050" b="1" kern="1200" dirty="0">
              <a:solidFill>
                <a:srgbClr val="FFFFFF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65" name="Rectangle 64">
            <a:hlinkClick r:id="" action="ppaction://noaction"/>
            <a:extLst>
              <a:ext uri="{FF2B5EF4-FFF2-40B4-BE49-F238E27FC236}">
                <a16:creationId xmlns:a16="http://schemas.microsoft.com/office/drawing/2014/main" id="{FD868086-AF6C-C8C3-02CF-A88C7E0DF443}"/>
              </a:ext>
            </a:extLst>
          </p:cNvPr>
          <p:cNvSpPr/>
          <p:nvPr userDrawn="1"/>
        </p:nvSpPr>
        <p:spPr>
          <a:xfrm>
            <a:off x="13792198" y="949324"/>
            <a:ext cx="735016" cy="2984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263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9508B5EB-37AF-AC95-626D-419DBE3A5482}"/>
              </a:ext>
            </a:extLst>
          </p:cNvPr>
          <p:cNvSpPr/>
          <p:nvPr userDrawn="1"/>
        </p:nvSpPr>
        <p:spPr>
          <a:xfrm>
            <a:off x="0" y="0"/>
            <a:ext cx="15087600" cy="86868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15239998" y="8572499"/>
                </a:moveTo>
                <a:lnTo>
                  <a:pt x="0" y="8572499"/>
                </a:lnTo>
                <a:lnTo>
                  <a:pt x="0" y="0"/>
                </a:lnTo>
                <a:lnTo>
                  <a:pt x="15239998" y="0"/>
                </a:lnTo>
                <a:lnTo>
                  <a:pt x="15239998" y="85724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3B4877-4189-DD47-304B-D776740EB57F}"/>
              </a:ext>
            </a:extLst>
          </p:cNvPr>
          <p:cNvSpPr txBox="1"/>
          <p:nvPr userDrawn="1"/>
        </p:nvSpPr>
        <p:spPr>
          <a:xfrm>
            <a:off x="9047480" y="8216056"/>
            <a:ext cx="469779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Outcreate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 with AI  |  ©LTM  |  Privileged and Confidential</a:t>
            </a:r>
          </a:p>
        </p:txBody>
      </p:sp>
      <p:sp>
        <p:nvSpPr>
          <p:cNvPr id="17" name="Marcador de número de diapositiva 5">
            <a:extLst>
              <a:ext uri="{FF2B5EF4-FFF2-40B4-BE49-F238E27FC236}">
                <a16:creationId xmlns:a16="http://schemas.microsoft.com/office/drawing/2014/main" id="{64C6DBDD-165E-4736-C2C8-13501D8A679A}"/>
              </a:ext>
            </a:extLst>
          </p:cNvPr>
          <p:cNvSpPr txBox="1">
            <a:spLocks/>
          </p:cNvSpPr>
          <p:nvPr userDrawn="1"/>
        </p:nvSpPr>
        <p:spPr>
          <a:xfrm>
            <a:off x="13623266" y="8202075"/>
            <a:ext cx="513190" cy="229551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50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50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494E2E1-C663-07E0-A98B-8EEAE95BAB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67" y="8227977"/>
            <a:ext cx="425608" cy="112002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BCFBF44-4640-591D-A994-6098243974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795" y="1899213"/>
            <a:ext cx="6688671" cy="47029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3200" b="0" kern="1200" spc="-70" baseline="0" dirty="0">
                <a:solidFill>
                  <a:schemeClr val="bg1"/>
                </a:solidFill>
                <a:latin typeface="ES Klarheit Grotesk Smbd" pitchFamily="2" charset="0"/>
                <a:ea typeface="ES Klarheit Grotesk Smbd" pitchFamily="2" charset="0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113157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Title here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9F7BEC1-187C-6BC1-0869-F2C8AA5C4D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797" y="2429673"/>
            <a:ext cx="6688667" cy="39199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en-IN" sz="1200" kern="1200" dirty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5pPr>
          </a:lstStyle>
          <a:p>
            <a:pPr lvl="0"/>
            <a:r>
              <a:rPr lang="en-US"/>
              <a:t>Subtitle here</a:t>
            </a:r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3053FA-110D-7BAD-CE40-DC89B895C5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9" b="17409"/>
          <a:stretch/>
        </p:blipFill>
        <p:spPr>
          <a:xfrm>
            <a:off x="0" y="0"/>
            <a:ext cx="15087600" cy="1609277"/>
          </a:xfrm>
          <a:prstGeom prst="rect">
            <a:avLst/>
          </a:prstGeom>
        </p:spPr>
      </p:pic>
      <p:sp>
        <p:nvSpPr>
          <p:cNvPr id="25" name="object 47">
            <a:extLst>
              <a:ext uri="{FF2B5EF4-FFF2-40B4-BE49-F238E27FC236}">
                <a16:creationId xmlns:a16="http://schemas.microsoft.com/office/drawing/2014/main" id="{F6538E88-7997-0748-FE49-C9C6925EE7E3}"/>
              </a:ext>
            </a:extLst>
          </p:cNvPr>
          <p:cNvSpPr txBox="1"/>
          <p:nvPr userDrawn="1"/>
        </p:nvSpPr>
        <p:spPr>
          <a:xfrm>
            <a:off x="13768385" y="928685"/>
            <a:ext cx="781050" cy="341315"/>
          </a:xfrm>
          <a:prstGeom prst="rect">
            <a:avLst/>
          </a:prstGeom>
          <a:ln w="9524">
            <a:solidFill>
              <a:srgbClr val="E7605D"/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H</a:t>
            </a:r>
            <a:r>
              <a:rPr sz="1000" b="1" spc="-75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O</a:t>
            </a:r>
            <a:r>
              <a:rPr sz="1000" b="1" spc="-7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M</a:t>
            </a:r>
            <a:r>
              <a:rPr sz="1000" b="1" spc="-7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 spc="-5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</a:t>
            </a:r>
            <a:endParaRPr sz="1000">
              <a:solidFill>
                <a:srgbClr val="E7605D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9A442872-414F-A40C-07E1-4DB29F28DEF8}"/>
              </a:ext>
            </a:extLst>
          </p:cNvPr>
          <p:cNvSpPr/>
          <p:nvPr userDrawn="1"/>
        </p:nvSpPr>
        <p:spPr>
          <a:xfrm>
            <a:off x="685794" y="921064"/>
            <a:ext cx="1801368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 dirty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MODERNIZE TO INTELLIGENT CORE</a:t>
            </a:r>
          </a:p>
        </p:txBody>
      </p:sp>
      <p:sp>
        <p:nvSpPr>
          <p:cNvPr id="12" name="Rectangle 11">
            <a:hlinkClick r:id="" action="ppaction://noaction"/>
            <a:extLst>
              <a:ext uri="{FF2B5EF4-FFF2-40B4-BE49-F238E27FC236}">
                <a16:creationId xmlns:a16="http://schemas.microsoft.com/office/drawing/2014/main" id="{FD63877B-102D-F50A-F476-8D24E7BBEDFB}"/>
              </a:ext>
            </a:extLst>
          </p:cNvPr>
          <p:cNvSpPr/>
          <p:nvPr userDrawn="1"/>
        </p:nvSpPr>
        <p:spPr>
          <a:xfrm>
            <a:off x="2530527" y="921064"/>
            <a:ext cx="1799167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 dirty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ENGINEERED WITH INTELLIGENCE</a:t>
            </a:r>
          </a:p>
        </p:txBody>
      </p:sp>
      <p:sp>
        <p:nvSpPr>
          <p:cNvPr id="16" name="Rectangle 15">
            <a:hlinkClick r:id="" action="ppaction://noaction"/>
            <a:extLst>
              <a:ext uri="{FF2B5EF4-FFF2-40B4-BE49-F238E27FC236}">
                <a16:creationId xmlns:a16="http://schemas.microsoft.com/office/drawing/2014/main" id="{CAD5F78D-DE36-8465-6DE1-6AE366F6521D}"/>
              </a:ext>
            </a:extLst>
          </p:cNvPr>
          <p:cNvSpPr/>
          <p:nvPr userDrawn="1"/>
        </p:nvSpPr>
        <p:spPr>
          <a:xfrm>
            <a:off x="4373059" y="921064"/>
            <a:ext cx="1799167" cy="345536"/>
          </a:xfrm>
          <a:prstGeom prst="rect">
            <a:avLst/>
          </a:prstGeom>
          <a:solidFill>
            <a:srgbClr val="E76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lnSpc>
                <a:spcPct val="100000"/>
              </a:lnSpc>
              <a:spcBef>
                <a:spcPts val="0"/>
              </a:spcBef>
            </a:pPr>
            <a:r>
              <a:rPr lang="pt-BR" sz="1050" b="1" dirty="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OPERATE WITH AUTONOMY</a:t>
            </a:r>
            <a:endParaRPr lang="pt-BR" sz="1050" dirty="0">
              <a:solidFill>
                <a:schemeClr val="tx1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22" name="Rectangle 21">
            <a:hlinkClick r:id="" action="ppaction://noaction"/>
            <a:extLst>
              <a:ext uri="{FF2B5EF4-FFF2-40B4-BE49-F238E27FC236}">
                <a16:creationId xmlns:a16="http://schemas.microsoft.com/office/drawing/2014/main" id="{74ABFE54-8468-1489-A1FD-DD1A6BC19435}"/>
              </a:ext>
            </a:extLst>
          </p:cNvPr>
          <p:cNvSpPr/>
          <p:nvPr userDrawn="1"/>
        </p:nvSpPr>
        <p:spPr>
          <a:xfrm>
            <a:off x="6215592" y="921064"/>
            <a:ext cx="1801368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pt-BR" sz="1050" b="1" kern="1200" spc="0" dirty="0">
                <a:solidFill>
                  <a:srgbClr val="FFFFFF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AMPLIFY EXPERIENCE &amp; PRODUCTIVITY</a:t>
            </a:r>
            <a:endParaRPr lang="pt-BR" sz="1050" b="1" kern="1200" dirty="0">
              <a:solidFill>
                <a:srgbClr val="FFFFFF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BE780D03-CC1A-7FF2-D328-CE0906BAE0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97339" y="989322"/>
            <a:ext cx="3683000" cy="220987"/>
          </a:xfrm>
        </p:spPr>
        <p:txBody>
          <a:bodyPr lIns="0" tIns="0" rIns="0" bIns="0" anchor="ctr">
            <a:noAutofit/>
          </a:bodyPr>
          <a:lstStyle>
            <a:lvl1pPr>
              <a:buNone/>
              <a:defRPr sz="1400" b="0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</a:defRPr>
            </a:lvl1pPr>
            <a:lvl2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R="5080">
              <a:lnSpc>
                <a:spcPct val="100000"/>
              </a:lnSpc>
              <a:spcBef>
                <a:spcPts val="125"/>
              </a:spcBef>
            </a:pPr>
            <a:r>
              <a:rPr lang="en-GB" sz="1400" b="1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AI LED ENGINEERING</a:t>
            </a:r>
          </a:p>
        </p:txBody>
      </p:sp>
      <p:sp>
        <p:nvSpPr>
          <p:cNvPr id="26" name="Rectangle 25">
            <a:hlinkClick r:id="" action="ppaction://noaction"/>
            <a:extLst>
              <a:ext uri="{FF2B5EF4-FFF2-40B4-BE49-F238E27FC236}">
                <a16:creationId xmlns:a16="http://schemas.microsoft.com/office/drawing/2014/main" id="{D39261FA-5B66-D9C6-4094-75DC2783DB77}"/>
              </a:ext>
            </a:extLst>
          </p:cNvPr>
          <p:cNvSpPr/>
          <p:nvPr userDrawn="1"/>
        </p:nvSpPr>
        <p:spPr>
          <a:xfrm>
            <a:off x="13792198" y="949324"/>
            <a:ext cx="735016" cy="2984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576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9508B5EB-37AF-AC95-626D-419DBE3A5482}"/>
              </a:ext>
            </a:extLst>
          </p:cNvPr>
          <p:cNvSpPr/>
          <p:nvPr userDrawn="1"/>
        </p:nvSpPr>
        <p:spPr>
          <a:xfrm>
            <a:off x="0" y="0"/>
            <a:ext cx="15087600" cy="8686800"/>
          </a:xfrm>
          <a:custGeom>
            <a:avLst/>
            <a:gdLst/>
            <a:ahLst/>
            <a:cxnLst/>
            <a:rect l="l" t="t" r="r" b="b"/>
            <a:pathLst>
              <a:path w="15240000" h="8572500">
                <a:moveTo>
                  <a:pt x="15239998" y="8572499"/>
                </a:moveTo>
                <a:lnTo>
                  <a:pt x="0" y="8572499"/>
                </a:lnTo>
                <a:lnTo>
                  <a:pt x="0" y="0"/>
                </a:lnTo>
                <a:lnTo>
                  <a:pt x="15239998" y="0"/>
                </a:lnTo>
                <a:lnTo>
                  <a:pt x="15239998" y="8572499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3B4877-4189-DD47-304B-D776740EB57F}"/>
              </a:ext>
            </a:extLst>
          </p:cNvPr>
          <p:cNvSpPr txBox="1"/>
          <p:nvPr userDrawn="1"/>
        </p:nvSpPr>
        <p:spPr>
          <a:xfrm>
            <a:off x="9047480" y="8216056"/>
            <a:ext cx="469779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Outcreate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 with AI  |  ©LTM  |  Privileged and Confidential</a:t>
            </a:r>
          </a:p>
        </p:txBody>
      </p:sp>
      <p:sp>
        <p:nvSpPr>
          <p:cNvPr id="17" name="Marcador de número de diapositiva 5">
            <a:extLst>
              <a:ext uri="{FF2B5EF4-FFF2-40B4-BE49-F238E27FC236}">
                <a16:creationId xmlns:a16="http://schemas.microsoft.com/office/drawing/2014/main" id="{64C6DBDD-165E-4736-C2C8-13501D8A679A}"/>
              </a:ext>
            </a:extLst>
          </p:cNvPr>
          <p:cNvSpPr txBox="1">
            <a:spLocks/>
          </p:cNvSpPr>
          <p:nvPr userDrawn="1"/>
        </p:nvSpPr>
        <p:spPr>
          <a:xfrm>
            <a:off x="13623266" y="8202075"/>
            <a:ext cx="513190" cy="229551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50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50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494E2E1-C663-07E0-A98B-8EEAE95BAB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367" y="8227977"/>
            <a:ext cx="425608" cy="112002"/>
          </a:xfrm>
          <a:prstGeom prst="rect">
            <a:avLst/>
          </a:prstGeom>
        </p:spPr>
      </p:pic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BCFBF44-4640-591D-A994-6098243974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795" y="1899213"/>
            <a:ext cx="6688671" cy="47029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IN" sz="3200" b="0" kern="1200" spc="-70" baseline="0" dirty="0">
                <a:solidFill>
                  <a:schemeClr val="bg1"/>
                </a:solidFill>
                <a:latin typeface="ES Klarheit Grotesk Smbd" pitchFamily="2" charset="0"/>
                <a:ea typeface="ES Klarheit Grotesk Smbd" pitchFamily="2" charset="0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113157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Title here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9F7BEC1-187C-6BC1-0869-F2C8AA5C4D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797" y="2429673"/>
            <a:ext cx="6688667" cy="39199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lang="en-US" sz="1200" kern="1200" dirty="0" smtClean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lang="en-IN" sz="1200" kern="1200" dirty="0">
                <a:solidFill>
                  <a:srgbClr val="98A1A6"/>
                </a:solidFill>
                <a:latin typeface="ES Klarheit Grotesk" pitchFamily="2" charset="0"/>
                <a:ea typeface="ES Klarheit Grotesk" pitchFamily="2" charset="0"/>
                <a:cs typeface="Calibri"/>
              </a:defRPr>
            </a:lvl5pPr>
          </a:lstStyle>
          <a:p>
            <a:pPr lvl="0"/>
            <a:r>
              <a:rPr lang="en-US"/>
              <a:t>Subtitle here</a:t>
            </a:r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3053FA-110D-7BAD-CE40-DC89B895C5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9" b="17409"/>
          <a:stretch/>
        </p:blipFill>
        <p:spPr>
          <a:xfrm>
            <a:off x="0" y="0"/>
            <a:ext cx="15087600" cy="1609277"/>
          </a:xfrm>
          <a:prstGeom prst="rect">
            <a:avLst/>
          </a:prstGeom>
        </p:spPr>
      </p:pic>
      <p:sp>
        <p:nvSpPr>
          <p:cNvPr id="25" name="object 47">
            <a:extLst>
              <a:ext uri="{FF2B5EF4-FFF2-40B4-BE49-F238E27FC236}">
                <a16:creationId xmlns:a16="http://schemas.microsoft.com/office/drawing/2014/main" id="{F6538E88-7997-0748-FE49-C9C6925EE7E3}"/>
              </a:ext>
            </a:extLst>
          </p:cNvPr>
          <p:cNvSpPr txBox="1"/>
          <p:nvPr userDrawn="1"/>
        </p:nvSpPr>
        <p:spPr>
          <a:xfrm>
            <a:off x="13768385" y="928685"/>
            <a:ext cx="781050" cy="341315"/>
          </a:xfrm>
          <a:prstGeom prst="rect">
            <a:avLst/>
          </a:prstGeom>
          <a:ln w="9524">
            <a:solidFill>
              <a:srgbClr val="E7605D"/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H</a:t>
            </a:r>
            <a:r>
              <a:rPr sz="1000" b="1" spc="-75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O</a:t>
            </a:r>
            <a:r>
              <a:rPr sz="1000" b="1" spc="-7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M</a:t>
            </a:r>
            <a:r>
              <a:rPr sz="1000" b="1" spc="-7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sz="1000" b="1" spc="-50">
                <a:solidFill>
                  <a:srgbClr val="E7605D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</a:t>
            </a:r>
            <a:endParaRPr sz="1000">
              <a:solidFill>
                <a:srgbClr val="E7605D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C36D5BE4-C046-2AFA-A7D1-EE3920B236B5}"/>
              </a:ext>
            </a:extLst>
          </p:cNvPr>
          <p:cNvSpPr/>
          <p:nvPr userDrawn="1"/>
        </p:nvSpPr>
        <p:spPr>
          <a:xfrm>
            <a:off x="685794" y="921064"/>
            <a:ext cx="1801368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 dirty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MODERNIZE TO INTELLIGENT CORE</a:t>
            </a: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78A0E1B1-8DCF-DE09-E8B2-35BCF8B06C0B}"/>
              </a:ext>
            </a:extLst>
          </p:cNvPr>
          <p:cNvSpPr/>
          <p:nvPr userDrawn="1"/>
        </p:nvSpPr>
        <p:spPr>
          <a:xfrm>
            <a:off x="2530527" y="921064"/>
            <a:ext cx="1799167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50" b="1" dirty="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ENGINEERED WITH INTELLIGENCE</a:t>
            </a:r>
          </a:p>
        </p:txBody>
      </p:sp>
      <p:sp>
        <p:nvSpPr>
          <p:cNvPr id="14" name="Rectangle 13">
            <a:hlinkClick r:id="" action="ppaction://noaction"/>
            <a:extLst>
              <a:ext uri="{FF2B5EF4-FFF2-40B4-BE49-F238E27FC236}">
                <a16:creationId xmlns:a16="http://schemas.microsoft.com/office/drawing/2014/main" id="{51F88E9A-BD12-38EF-D5CC-300344BC36D0}"/>
              </a:ext>
            </a:extLst>
          </p:cNvPr>
          <p:cNvSpPr/>
          <p:nvPr userDrawn="1"/>
        </p:nvSpPr>
        <p:spPr>
          <a:xfrm>
            <a:off x="4373059" y="921064"/>
            <a:ext cx="1799167" cy="345536"/>
          </a:xfrm>
          <a:prstGeom prst="rect">
            <a:avLst/>
          </a:prstGeom>
          <a:solidFill>
            <a:srgbClr val="2228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 dirty="0">
                <a:solidFill>
                  <a:srgbClr val="FFFFFF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OPERATE WITH AUTONOMY</a:t>
            </a:r>
            <a:endParaRPr lang="pt-BR" sz="1050" dirty="0"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3C3F4362-4653-3299-354E-49A6C3E2A5E5}"/>
              </a:ext>
            </a:extLst>
          </p:cNvPr>
          <p:cNvSpPr/>
          <p:nvPr userDrawn="1"/>
        </p:nvSpPr>
        <p:spPr>
          <a:xfrm>
            <a:off x="6215592" y="921064"/>
            <a:ext cx="1801368" cy="345536"/>
          </a:xfrm>
          <a:prstGeom prst="rect">
            <a:avLst/>
          </a:prstGeom>
          <a:solidFill>
            <a:srgbClr val="E76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</a:pPr>
            <a:r>
              <a:rPr lang="pt-BR" sz="1050" b="1" kern="1200" spc="0" dirty="0">
                <a:solidFill>
                  <a:schemeClr val="tx1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AMPLIFY EXPERIENCE &amp; PRODUCTIVITY</a:t>
            </a:r>
            <a:endParaRPr lang="pt-BR" sz="1050" b="1" kern="1200" dirty="0">
              <a:solidFill>
                <a:schemeClr val="tx1"/>
              </a:solidFill>
              <a:latin typeface="ES Klarheit Grotesk" pitchFamily="2" charset="0"/>
              <a:ea typeface="ES Klarheit Grotesk" pitchFamily="2" charset="0"/>
              <a:cs typeface="Calibri"/>
            </a:endParaRPr>
          </a:p>
        </p:txBody>
      </p:sp>
      <p:sp>
        <p:nvSpPr>
          <p:cNvPr id="22" name="Text Placeholder 28">
            <a:extLst>
              <a:ext uri="{FF2B5EF4-FFF2-40B4-BE49-F238E27FC236}">
                <a16:creationId xmlns:a16="http://schemas.microsoft.com/office/drawing/2014/main" id="{55201B33-220C-1A1F-CBB5-D4ED43C5E2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97339" y="989322"/>
            <a:ext cx="3683000" cy="220987"/>
          </a:xfrm>
        </p:spPr>
        <p:txBody>
          <a:bodyPr lIns="0" tIns="0" rIns="0" bIns="0" anchor="ctr">
            <a:noAutofit/>
          </a:bodyPr>
          <a:lstStyle>
            <a:lvl1pPr>
              <a:buNone/>
              <a:defRPr sz="1400" b="0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</a:defRPr>
            </a:lvl1pPr>
            <a:lvl2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2pPr>
            <a:lvl3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3pPr>
            <a:lvl4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4pPr>
            <a:lvl5pPr>
              <a:buNone/>
              <a:defRPr sz="1400">
                <a:solidFill>
                  <a:schemeClr val="bg1"/>
                </a:solidFill>
                <a:latin typeface="ES Klarheit Grotesk" pitchFamily="2" charset="0"/>
                <a:ea typeface="ES Klarheit Grotesk" pitchFamily="2" charset="0"/>
              </a:defRPr>
            </a:lvl5pPr>
          </a:lstStyle>
          <a:p>
            <a:pPr marR="5080">
              <a:lnSpc>
                <a:spcPct val="100000"/>
              </a:lnSpc>
              <a:spcBef>
                <a:spcPts val="125"/>
              </a:spcBef>
            </a:pPr>
            <a:r>
              <a:rPr lang="en-GB" sz="1400" b="1">
                <a:solidFill>
                  <a:srgbClr val="F15F53"/>
                </a:solidFill>
                <a:latin typeface="ES Klarheit Grotesk" pitchFamily="2" charset="0"/>
                <a:ea typeface="ES Klarheit Grotesk" pitchFamily="2" charset="0"/>
                <a:cs typeface="Calibri"/>
              </a:rPr>
              <a:t>AI LED ENGINEERING</a:t>
            </a:r>
          </a:p>
        </p:txBody>
      </p:sp>
      <p:sp>
        <p:nvSpPr>
          <p:cNvPr id="24" name="Rectangle 23">
            <a:hlinkClick r:id="" action="ppaction://noaction"/>
            <a:extLst>
              <a:ext uri="{FF2B5EF4-FFF2-40B4-BE49-F238E27FC236}">
                <a16:creationId xmlns:a16="http://schemas.microsoft.com/office/drawing/2014/main" id="{95387D2F-0271-B599-3903-1BA1793CAA6C}"/>
              </a:ext>
            </a:extLst>
          </p:cNvPr>
          <p:cNvSpPr/>
          <p:nvPr userDrawn="1"/>
        </p:nvSpPr>
        <p:spPr>
          <a:xfrm>
            <a:off x="13792198" y="949324"/>
            <a:ext cx="735016" cy="2984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47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736" userDrawn="1">
          <p15:clr>
            <a:srgbClr val="FBAE40"/>
          </p15:clr>
        </p15:guide>
        <p15:guide id="2" pos="475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7273" y="462493"/>
            <a:ext cx="13013055" cy="1679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7273" y="2312458"/>
            <a:ext cx="13013055" cy="551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575873-856E-05D5-728F-BC3704C0E9B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9467" y="1005840"/>
            <a:ext cx="768794" cy="138662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945F7B4-EF37-09E3-F1A4-88E411938E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5367" y="8227977"/>
            <a:ext cx="425608" cy="11200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0A3B287-196C-E19E-B678-42270A6EC3CB}"/>
              </a:ext>
            </a:extLst>
          </p:cNvPr>
          <p:cNvSpPr txBox="1"/>
          <p:nvPr userDrawn="1"/>
        </p:nvSpPr>
        <p:spPr>
          <a:xfrm>
            <a:off x="9047480" y="8216056"/>
            <a:ext cx="4697790" cy="2142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800" err="1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Outcreate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ffectLst/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t> with AI  |  ©LTM  |  Privileged and Confidential</a:t>
            </a:r>
          </a:p>
        </p:txBody>
      </p:sp>
      <p:sp>
        <p:nvSpPr>
          <p:cNvPr id="22" name="Marcador de número de diapositiva 5">
            <a:extLst>
              <a:ext uri="{FF2B5EF4-FFF2-40B4-BE49-F238E27FC236}">
                <a16:creationId xmlns:a16="http://schemas.microsoft.com/office/drawing/2014/main" id="{DC4ABA83-C85A-F96D-5111-EFE46BC1C87D}"/>
              </a:ext>
            </a:extLst>
          </p:cNvPr>
          <p:cNvSpPr txBox="1">
            <a:spLocks/>
          </p:cNvSpPr>
          <p:nvPr userDrawn="1"/>
        </p:nvSpPr>
        <p:spPr>
          <a:xfrm>
            <a:off x="13623266" y="8202075"/>
            <a:ext cx="513190" cy="229551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50000"/>
                  </a:schemeClr>
                </a:solidFill>
                <a:latin typeface="ES Klarheit Grotesk" pitchFamily="2" charset="0"/>
                <a:ea typeface="ES Klarheit Grotesk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50000"/>
                </a:schemeClr>
              </a:solidFill>
              <a:latin typeface="ES Klarheit Grotesk" pitchFamily="2" charset="0"/>
              <a:ea typeface="ES Klarheit Grotesk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06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701" r:id="rId3"/>
    <p:sldLayoutId id="2147483705" r:id="rId4"/>
    <p:sldLayoutId id="2147483706" r:id="rId5"/>
    <p:sldLayoutId id="2147483697" r:id="rId6"/>
    <p:sldLayoutId id="2147483713" r:id="rId7"/>
    <p:sldLayoutId id="2147483702" r:id="rId8"/>
    <p:sldLayoutId id="2147483699" r:id="rId9"/>
    <p:sldLayoutId id="2147483703" r:id="rId10"/>
    <p:sldLayoutId id="2147483704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131570" rtl="0" eaLnBrk="1" latinLnBrk="0" hangingPunct="1">
        <a:lnSpc>
          <a:spcPct val="90000"/>
        </a:lnSpc>
        <a:spcBef>
          <a:spcPct val="0"/>
        </a:spcBef>
        <a:buNone/>
        <a:defRPr sz="54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2893" indent="-282893" algn="l" defTabSz="113157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3465" kern="1200">
          <a:solidFill>
            <a:schemeClr val="tx1"/>
          </a:solidFill>
          <a:latin typeface="+mn-lt"/>
          <a:ea typeface="+mn-ea"/>
          <a:cs typeface="+mn-cs"/>
        </a:defRPr>
      </a:lvl1pPr>
      <a:lvl2pPr marL="848678" indent="-282893" algn="l" defTabSz="1131570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2970" kern="1200">
          <a:solidFill>
            <a:schemeClr val="tx1"/>
          </a:solidFill>
          <a:latin typeface="+mn-lt"/>
          <a:ea typeface="+mn-ea"/>
          <a:cs typeface="+mn-cs"/>
        </a:defRPr>
      </a:lvl2pPr>
      <a:lvl3pPr marL="1414463" indent="-282893" algn="l" defTabSz="1131570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2475" kern="1200">
          <a:solidFill>
            <a:schemeClr val="tx1"/>
          </a:solidFill>
          <a:latin typeface="+mn-lt"/>
          <a:ea typeface="+mn-ea"/>
          <a:cs typeface="+mn-cs"/>
        </a:defRPr>
      </a:lvl3pPr>
      <a:lvl4pPr marL="1980248" indent="-282893" algn="l" defTabSz="1131570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2228" kern="1200">
          <a:solidFill>
            <a:schemeClr val="tx1"/>
          </a:solidFill>
          <a:latin typeface="+mn-lt"/>
          <a:ea typeface="+mn-ea"/>
          <a:cs typeface="+mn-cs"/>
        </a:defRPr>
      </a:lvl4pPr>
      <a:lvl5pPr marL="2546033" indent="-282893" algn="l" defTabSz="1131570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2228" kern="1200">
          <a:solidFill>
            <a:schemeClr val="tx1"/>
          </a:solidFill>
          <a:latin typeface="+mn-lt"/>
          <a:ea typeface="+mn-ea"/>
          <a:cs typeface="+mn-cs"/>
        </a:defRPr>
      </a:lvl5pPr>
      <a:lvl6pPr marL="3111818" indent="-282893" algn="l" defTabSz="1131570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2228" kern="1200">
          <a:solidFill>
            <a:schemeClr val="tx1"/>
          </a:solidFill>
          <a:latin typeface="+mn-lt"/>
          <a:ea typeface="+mn-ea"/>
          <a:cs typeface="+mn-cs"/>
        </a:defRPr>
      </a:lvl6pPr>
      <a:lvl7pPr marL="3677603" indent="-282893" algn="l" defTabSz="1131570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2228" kern="1200">
          <a:solidFill>
            <a:schemeClr val="tx1"/>
          </a:solidFill>
          <a:latin typeface="+mn-lt"/>
          <a:ea typeface="+mn-ea"/>
          <a:cs typeface="+mn-cs"/>
        </a:defRPr>
      </a:lvl7pPr>
      <a:lvl8pPr marL="4243388" indent="-282893" algn="l" defTabSz="1131570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2228" kern="1200">
          <a:solidFill>
            <a:schemeClr val="tx1"/>
          </a:solidFill>
          <a:latin typeface="+mn-lt"/>
          <a:ea typeface="+mn-ea"/>
          <a:cs typeface="+mn-cs"/>
        </a:defRPr>
      </a:lvl8pPr>
      <a:lvl9pPr marL="4809173" indent="-282893" algn="l" defTabSz="1131570" rtl="0" eaLnBrk="1" latinLnBrk="0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2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2pPr>
      <a:lvl3pPr marL="1131570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3pPr>
      <a:lvl4pPr marL="1697355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6pPr>
      <a:lvl7pPr marL="3394710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7pPr>
      <a:lvl8pPr marL="3960495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8pPr>
      <a:lvl9pPr marL="4526280" algn="l" defTabSz="1131570" rtl="0" eaLnBrk="1" latinLnBrk="0" hangingPunct="1">
        <a:defRPr sz="2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82753A-5A86-87F6-283D-66442FEBFB8D}"/>
              </a:ext>
            </a:extLst>
          </p:cNvPr>
          <p:cNvSpPr txBox="1">
            <a:spLocks/>
          </p:cNvSpPr>
          <p:nvPr/>
        </p:nvSpPr>
        <p:spPr>
          <a:xfrm>
            <a:off x="607422" y="1681589"/>
            <a:ext cx="6688667" cy="391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893" indent="-282893" algn="l" defTabSz="1131570" rtl="0" eaLnBrk="1" latinLnBrk="0" hangingPunct="1">
              <a:lnSpc>
                <a:spcPct val="90000"/>
              </a:lnSpc>
              <a:spcBef>
                <a:spcPts val="1238"/>
              </a:spcBef>
              <a:buFont typeface="Arial" panose="020B0604020202020204" pitchFamily="34" charset="0"/>
              <a:buChar char="•"/>
              <a:defRPr sz="34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867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9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46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24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03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181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60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38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17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F15F53"/>
                </a:solidFill>
              </a:rPr>
              <a:t>&lt;&lt;Description of Offering in two lines&gt;&gt;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Text Placeholder 1">
            <a:extLst>
              <a:ext uri="{FF2B5EF4-FFF2-40B4-BE49-F238E27FC236}">
                <a16:creationId xmlns:a16="http://schemas.microsoft.com/office/drawing/2014/main" id="{A4F77F6C-5C7D-734E-E644-FB8B87C7C7BA}"/>
              </a:ext>
            </a:extLst>
          </p:cNvPr>
          <p:cNvSpPr txBox="1">
            <a:spLocks/>
          </p:cNvSpPr>
          <p:nvPr/>
        </p:nvSpPr>
        <p:spPr>
          <a:xfrm>
            <a:off x="607420" y="1151129"/>
            <a:ext cx="6688671" cy="470293"/>
          </a:xfrm>
          <a:prstGeom prst="rect">
            <a:avLst/>
          </a:prstGeom>
        </p:spPr>
        <p:txBody>
          <a:bodyPr/>
          <a:lstStyle>
            <a:lvl1pPr marL="282893" indent="-282893" algn="l" defTabSz="1131570" rtl="0" eaLnBrk="1" latinLnBrk="0" hangingPunct="1">
              <a:lnSpc>
                <a:spcPct val="90000"/>
              </a:lnSpc>
              <a:spcBef>
                <a:spcPts val="1238"/>
              </a:spcBef>
              <a:buFont typeface="Arial" panose="020B0604020202020204" pitchFamily="34" charset="0"/>
              <a:buChar char="•"/>
              <a:defRPr sz="34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867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9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46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24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03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181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60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38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17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&lt;&lt;Offering Name&gt;&gt;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7" name="object 12">
            <a:extLst>
              <a:ext uri="{FF2B5EF4-FFF2-40B4-BE49-F238E27FC236}">
                <a16:creationId xmlns:a16="http://schemas.microsoft.com/office/drawing/2014/main" id="{05859270-01BB-1E71-D074-B72A7C113A23}"/>
              </a:ext>
            </a:extLst>
          </p:cNvPr>
          <p:cNvSpPr/>
          <p:nvPr/>
        </p:nvSpPr>
        <p:spPr>
          <a:xfrm>
            <a:off x="588867" y="2220959"/>
            <a:ext cx="3408310" cy="2959651"/>
          </a:xfrm>
          <a:custGeom>
            <a:avLst/>
            <a:gdLst/>
            <a:ahLst/>
            <a:cxnLst/>
            <a:rect l="l" t="t" r="r" b="b"/>
            <a:pathLst>
              <a:path w="4552950" h="2733675">
                <a:moveTo>
                  <a:pt x="4552949" y="2733674"/>
                </a:moveTo>
                <a:lnTo>
                  <a:pt x="0" y="2733674"/>
                </a:lnTo>
                <a:lnTo>
                  <a:pt x="0" y="0"/>
                </a:lnTo>
                <a:lnTo>
                  <a:pt x="4552949" y="0"/>
                </a:lnTo>
                <a:lnTo>
                  <a:pt x="4552949" y="2733674"/>
                </a:lnTo>
                <a:close/>
              </a:path>
            </a:pathLst>
          </a:custGeom>
          <a:solidFill>
            <a:srgbClr val="212529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31724D99-A224-25F3-5CA8-99C3286EE1C7}"/>
              </a:ext>
            </a:extLst>
          </p:cNvPr>
          <p:cNvSpPr txBox="1"/>
          <p:nvPr/>
        </p:nvSpPr>
        <p:spPr>
          <a:xfrm>
            <a:off x="943951" y="2395777"/>
            <a:ext cx="2882810" cy="36760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 Offering &amp; Features</a:t>
            </a:r>
          </a:p>
        </p:txBody>
      </p:sp>
      <p:sp>
        <p:nvSpPr>
          <p:cNvPr id="49" name="TextBox">
            <a:extLst>
              <a:ext uri="{FF2B5EF4-FFF2-40B4-BE49-F238E27FC236}">
                <a16:creationId xmlns:a16="http://schemas.microsoft.com/office/drawing/2014/main" id="{F60E2FB2-239C-438E-D3AC-C9503EA6DCAC}"/>
              </a:ext>
            </a:extLst>
          </p:cNvPr>
          <p:cNvSpPr txBox="1"/>
          <p:nvPr/>
        </p:nvSpPr>
        <p:spPr>
          <a:xfrm>
            <a:off x="943949" y="2807331"/>
            <a:ext cx="2882810" cy="213953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Xxxxxxxxxxxxxx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 Klarheit Grotesk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err="1">
                <a:solidFill>
                  <a:prstClr val="white"/>
                </a:solidFill>
                <a:latin typeface="ES Klarheit Grotesk"/>
              </a:rPr>
              <a:t>Xxxxxx</a:t>
            </a:r>
            <a:endParaRPr lang="en-US" sz="1100" dirty="0">
              <a:solidFill>
                <a:prstClr val="white"/>
              </a:solidFill>
              <a:latin typeface="ES Klarheit Grotesk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Xxxx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 Klarheit Grotesk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err="1">
                <a:solidFill>
                  <a:prstClr val="white"/>
                </a:solidFill>
                <a:latin typeface="ES Klarheit Grotesk"/>
              </a:rPr>
              <a:t>Xxxx</a:t>
            </a:r>
            <a:endParaRPr lang="en-US" sz="1100" dirty="0">
              <a:solidFill>
                <a:prstClr val="white"/>
              </a:solidFill>
              <a:latin typeface="ES Klarheit Grotesk"/>
            </a:endParaRPr>
          </a:p>
          <a:p>
            <a:pPr marL="171450" lvl="0" indent="-1714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prstClr val="white"/>
                </a:solidFill>
                <a:latin typeface="ES Klarheit Grotesk"/>
              </a:rPr>
              <a:t>Xxxxxxxxxxxxxx</a:t>
            </a:r>
            <a:endParaRPr lang="en-US" sz="1100" dirty="0">
              <a:solidFill>
                <a:prstClr val="white"/>
              </a:solidFill>
              <a:latin typeface="ES Klarheit Grotesk"/>
            </a:endParaRPr>
          </a:p>
          <a:p>
            <a:pPr marL="171450" lvl="0" indent="-1714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prstClr val="white"/>
                </a:solidFill>
                <a:latin typeface="ES Klarheit Grotesk"/>
              </a:rPr>
              <a:t>Xxxxxx</a:t>
            </a:r>
            <a:endParaRPr lang="en-US" sz="1100" dirty="0">
              <a:solidFill>
                <a:prstClr val="white"/>
              </a:solidFill>
              <a:latin typeface="ES Klarheit Grotesk"/>
            </a:endParaRPr>
          </a:p>
          <a:p>
            <a:pPr marL="171450" indent="-1714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prstClr val="white"/>
                </a:solidFill>
                <a:latin typeface="ES Klarheit Grotesk"/>
              </a:rPr>
              <a:t>Xxxxxx</a:t>
            </a:r>
            <a:endParaRPr lang="en-US" sz="1100" dirty="0">
              <a:solidFill>
                <a:prstClr val="white"/>
              </a:solidFill>
              <a:latin typeface="ES Klarheit Grotesk"/>
            </a:endParaRPr>
          </a:p>
          <a:p>
            <a:pPr marL="171450" indent="-1714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prstClr val="white"/>
                </a:solidFill>
                <a:latin typeface="ES Klarheit Grotesk"/>
              </a:rPr>
              <a:t>Xxxxxx</a:t>
            </a:r>
            <a:endParaRPr lang="en-US" sz="1100" dirty="0">
              <a:solidFill>
                <a:prstClr val="white"/>
              </a:solidFill>
              <a:latin typeface="ES Klarheit Grotesk"/>
            </a:endParaRPr>
          </a:p>
        </p:txBody>
      </p:sp>
      <p:sp>
        <p:nvSpPr>
          <p:cNvPr id="50" name="object 12">
            <a:extLst>
              <a:ext uri="{FF2B5EF4-FFF2-40B4-BE49-F238E27FC236}">
                <a16:creationId xmlns:a16="http://schemas.microsoft.com/office/drawing/2014/main" id="{77EE5909-25F6-7DF2-36FF-24822F162E1D}"/>
              </a:ext>
            </a:extLst>
          </p:cNvPr>
          <p:cNvSpPr/>
          <p:nvPr/>
        </p:nvSpPr>
        <p:spPr>
          <a:xfrm>
            <a:off x="4135616" y="2220959"/>
            <a:ext cx="3362081" cy="2959651"/>
          </a:xfrm>
          <a:custGeom>
            <a:avLst/>
            <a:gdLst/>
            <a:ahLst/>
            <a:cxnLst/>
            <a:rect l="l" t="t" r="r" b="b"/>
            <a:pathLst>
              <a:path w="4552950" h="2733675">
                <a:moveTo>
                  <a:pt x="4552949" y="2733674"/>
                </a:moveTo>
                <a:lnTo>
                  <a:pt x="0" y="2733674"/>
                </a:lnTo>
                <a:lnTo>
                  <a:pt x="0" y="0"/>
                </a:lnTo>
                <a:lnTo>
                  <a:pt x="4552949" y="0"/>
                </a:lnTo>
                <a:lnTo>
                  <a:pt x="4552949" y="2733674"/>
                </a:lnTo>
                <a:close/>
              </a:path>
            </a:pathLst>
          </a:custGeom>
          <a:solidFill>
            <a:srgbClr val="212529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object 5">
            <a:extLst>
              <a:ext uri="{FF2B5EF4-FFF2-40B4-BE49-F238E27FC236}">
                <a16:creationId xmlns:a16="http://schemas.microsoft.com/office/drawing/2014/main" id="{52997E73-AB42-1168-7FE5-2C07708649CD}"/>
              </a:ext>
            </a:extLst>
          </p:cNvPr>
          <p:cNvSpPr txBox="1"/>
          <p:nvPr/>
        </p:nvSpPr>
        <p:spPr>
          <a:xfrm>
            <a:off x="4351335" y="2395778"/>
            <a:ext cx="3052863" cy="36760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 Target Market &amp; Key Audience</a:t>
            </a:r>
          </a:p>
        </p:txBody>
      </p:sp>
      <p:sp>
        <p:nvSpPr>
          <p:cNvPr id="52" name="object 12">
            <a:extLst>
              <a:ext uri="{FF2B5EF4-FFF2-40B4-BE49-F238E27FC236}">
                <a16:creationId xmlns:a16="http://schemas.microsoft.com/office/drawing/2014/main" id="{85CFD663-82EC-C651-09D1-4FC981412BF6}"/>
              </a:ext>
            </a:extLst>
          </p:cNvPr>
          <p:cNvSpPr/>
          <p:nvPr/>
        </p:nvSpPr>
        <p:spPr>
          <a:xfrm>
            <a:off x="7636134" y="2220959"/>
            <a:ext cx="3362080" cy="2959651"/>
          </a:xfrm>
          <a:custGeom>
            <a:avLst/>
            <a:gdLst/>
            <a:ahLst/>
            <a:cxnLst/>
            <a:rect l="l" t="t" r="r" b="b"/>
            <a:pathLst>
              <a:path w="4552950" h="2733675">
                <a:moveTo>
                  <a:pt x="4552949" y="2733674"/>
                </a:moveTo>
                <a:lnTo>
                  <a:pt x="0" y="2733674"/>
                </a:lnTo>
                <a:lnTo>
                  <a:pt x="0" y="0"/>
                </a:lnTo>
                <a:lnTo>
                  <a:pt x="4552949" y="0"/>
                </a:lnTo>
                <a:lnTo>
                  <a:pt x="4552949" y="2733674"/>
                </a:lnTo>
                <a:close/>
              </a:path>
            </a:pathLst>
          </a:custGeom>
          <a:solidFill>
            <a:srgbClr val="212529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3" name="object 5">
            <a:extLst>
              <a:ext uri="{FF2B5EF4-FFF2-40B4-BE49-F238E27FC236}">
                <a16:creationId xmlns:a16="http://schemas.microsoft.com/office/drawing/2014/main" id="{C07E75ED-3EE0-A4F2-2B80-15118CC4D6AE}"/>
              </a:ext>
            </a:extLst>
          </p:cNvPr>
          <p:cNvSpPr txBox="1"/>
          <p:nvPr/>
        </p:nvSpPr>
        <p:spPr>
          <a:xfrm>
            <a:off x="7944988" y="2395777"/>
            <a:ext cx="2882810" cy="36760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 Client Challenges</a:t>
            </a:r>
          </a:p>
        </p:txBody>
      </p:sp>
      <p:sp>
        <p:nvSpPr>
          <p:cNvPr id="54" name="object 12">
            <a:extLst>
              <a:ext uri="{FF2B5EF4-FFF2-40B4-BE49-F238E27FC236}">
                <a16:creationId xmlns:a16="http://schemas.microsoft.com/office/drawing/2014/main" id="{DE28F6C4-E4EF-4FCF-482E-0F97346114DC}"/>
              </a:ext>
            </a:extLst>
          </p:cNvPr>
          <p:cNvSpPr/>
          <p:nvPr/>
        </p:nvSpPr>
        <p:spPr>
          <a:xfrm>
            <a:off x="11136653" y="2220959"/>
            <a:ext cx="3362080" cy="2959651"/>
          </a:xfrm>
          <a:custGeom>
            <a:avLst/>
            <a:gdLst/>
            <a:ahLst/>
            <a:cxnLst/>
            <a:rect l="l" t="t" r="r" b="b"/>
            <a:pathLst>
              <a:path w="4552950" h="2733675">
                <a:moveTo>
                  <a:pt x="4552949" y="2733674"/>
                </a:moveTo>
                <a:lnTo>
                  <a:pt x="0" y="2733674"/>
                </a:lnTo>
                <a:lnTo>
                  <a:pt x="0" y="0"/>
                </a:lnTo>
                <a:lnTo>
                  <a:pt x="4552949" y="0"/>
                </a:lnTo>
                <a:lnTo>
                  <a:pt x="4552949" y="2733674"/>
                </a:lnTo>
                <a:close/>
              </a:path>
            </a:pathLst>
          </a:custGeom>
          <a:solidFill>
            <a:srgbClr val="212529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object 5">
            <a:extLst>
              <a:ext uri="{FF2B5EF4-FFF2-40B4-BE49-F238E27FC236}">
                <a16:creationId xmlns:a16="http://schemas.microsoft.com/office/drawing/2014/main" id="{FE1E836F-5356-042E-4FA7-35BEEAA61251}"/>
              </a:ext>
            </a:extLst>
          </p:cNvPr>
          <p:cNvSpPr txBox="1"/>
          <p:nvPr/>
        </p:nvSpPr>
        <p:spPr>
          <a:xfrm>
            <a:off x="11445507" y="2395777"/>
            <a:ext cx="2882810" cy="36760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 Competitive Differentiators</a:t>
            </a:r>
          </a:p>
        </p:txBody>
      </p:sp>
      <p:sp>
        <p:nvSpPr>
          <p:cNvPr id="56" name="object 8">
            <a:extLst>
              <a:ext uri="{FF2B5EF4-FFF2-40B4-BE49-F238E27FC236}">
                <a16:creationId xmlns:a16="http://schemas.microsoft.com/office/drawing/2014/main" id="{5975C95E-EEFF-1437-072D-16234D2B4D22}"/>
              </a:ext>
            </a:extLst>
          </p:cNvPr>
          <p:cNvSpPr/>
          <p:nvPr/>
        </p:nvSpPr>
        <p:spPr>
          <a:xfrm>
            <a:off x="607419" y="5327984"/>
            <a:ext cx="13890931" cy="2614233"/>
          </a:xfrm>
          <a:custGeom>
            <a:avLst/>
            <a:gdLst/>
            <a:ahLst/>
            <a:cxnLst/>
            <a:rect l="l" t="t" r="r" b="b"/>
            <a:pathLst>
              <a:path w="13868400" h="2238375">
                <a:moveTo>
                  <a:pt x="13868398" y="2238374"/>
                </a:moveTo>
                <a:lnTo>
                  <a:pt x="0" y="2238374"/>
                </a:lnTo>
                <a:lnTo>
                  <a:pt x="0" y="0"/>
                </a:lnTo>
                <a:lnTo>
                  <a:pt x="13868398" y="0"/>
                </a:lnTo>
                <a:lnTo>
                  <a:pt x="13868398" y="2238374"/>
                </a:lnTo>
                <a:close/>
              </a:path>
            </a:pathLst>
          </a:custGeom>
          <a:solidFill>
            <a:srgbClr val="F6F5F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TextBox">
            <a:extLst>
              <a:ext uri="{FF2B5EF4-FFF2-40B4-BE49-F238E27FC236}">
                <a16:creationId xmlns:a16="http://schemas.microsoft.com/office/drawing/2014/main" id="{37FDCD49-B496-1BDC-A251-E0E90AAAE076}"/>
              </a:ext>
            </a:extLst>
          </p:cNvPr>
          <p:cNvSpPr txBox="1"/>
          <p:nvPr/>
        </p:nvSpPr>
        <p:spPr>
          <a:xfrm>
            <a:off x="919516" y="5523689"/>
            <a:ext cx="3621329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Conversation starters ( Sample)</a:t>
            </a:r>
          </a:p>
        </p:txBody>
      </p:sp>
      <p:sp>
        <p:nvSpPr>
          <p:cNvPr id="58" name="TextBox">
            <a:extLst>
              <a:ext uri="{FF2B5EF4-FFF2-40B4-BE49-F238E27FC236}">
                <a16:creationId xmlns:a16="http://schemas.microsoft.com/office/drawing/2014/main" id="{EB7C8D21-62F6-9C17-8A62-F08279DD5FF1}"/>
              </a:ext>
            </a:extLst>
          </p:cNvPr>
          <p:cNvSpPr txBox="1"/>
          <p:nvPr/>
        </p:nvSpPr>
        <p:spPr>
          <a:xfrm>
            <a:off x="919515" y="5858833"/>
            <a:ext cx="4035013" cy="16466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How does your business view the performance of IT Operations today?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What is driving your RUN budget, and how is it changing?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How do multiple partners affect accountability across IT Operations?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Where are you already using AI in IT Operations, and what value is it delivering? </a:t>
            </a:r>
          </a:p>
        </p:txBody>
      </p:sp>
      <p:sp>
        <p:nvSpPr>
          <p:cNvPr id="59" name="TextBox">
            <a:extLst>
              <a:ext uri="{FF2B5EF4-FFF2-40B4-BE49-F238E27FC236}">
                <a16:creationId xmlns:a16="http://schemas.microsoft.com/office/drawing/2014/main" id="{69369194-5A84-9BF6-E901-1EF3A6637D92}"/>
              </a:ext>
            </a:extLst>
          </p:cNvPr>
          <p:cNvSpPr txBox="1"/>
          <p:nvPr/>
        </p:nvSpPr>
        <p:spPr>
          <a:xfrm>
            <a:off x="5816656" y="5523689"/>
            <a:ext cx="3906502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Success Stories ( &lt;&lt;Placeholder&gt;&gt; )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8A3F175-655D-2D98-525E-8F3323CC4E2F}"/>
              </a:ext>
            </a:extLst>
          </p:cNvPr>
          <p:cNvCxnSpPr>
            <a:cxnSpLocks/>
          </p:cNvCxnSpPr>
          <p:nvPr/>
        </p:nvCxnSpPr>
        <p:spPr>
          <a:xfrm>
            <a:off x="5222173" y="5505279"/>
            <a:ext cx="0" cy="2302185"/>
          </a:xfrm>
          <a:prstGeom prst="line">
            <a:avLst/>
          </a:prstGeom>
          <a:ln w="6350">
            <a:solidFill>
              <a:srgbClr val="CA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">
            <a:extLst>
              <a:ext uri="{FF2B5EF4-FFF2-40B4-BE49-F238E27FC236}">
                <a16:creationId xmlns:a16="http://schemas.microsoft.com/office/drawing/2014/main" id="{8273E9F2-F799-002B-69D0-AEDCB303A641}"/>
              </a:ext>
            </a:extLst>
          </p:cNvPr>
          <p:cNvSpPr txBox="1"/>
          <p:nvPr/>
        </p:nvSpPr>
        <p:spPr>
          <a:xfrm>
            <a:off x="7944988" y="2807331"/>
            <a:ext cx="2780340" cy="213953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Xxxxxxxx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 Klarheit Grotesk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err="1">
                <a:solidFill>
                  <a:prstClr val="white"/>
                </a:solidFill>
                <a:latin typeface="ES Klarheit Grotesk"/>
              </a:rPr>
              <a:t>Xxxxxx</a:t>
            </a:r>
            <a:endParaRPr lang="en-US" sz="1100" dirty="0">
              <a:solidFill>
                <a:prstClr val="white"/>
              </a:solidFill>
              <a:latin typeface="ES Klarheit Grotesk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xxxxx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 Klarheit Grotesk"/>
              <a:ea typeface="+mn-ea"/>
              <a:cs typeface="+mn-cs"/>
            </a:endParaRPr>
          </a:p>
        </p:txBody>
      </p:sp>
      <p:sp>
        <p:nvSpPr>
          <p:cNvPr id="63" name="TextBox">
            <a:extLst>
              <a:ext uri="{FF2B5EF4-FFF2-40B4-BE49-F238E27FC236}">
                <a16:creationId xmlns:a16="http://schemas.microsoft.com/office/drawing/2014/main" id="{86FFADD9-A4D3-CF9E-785C-3539A586E784}"/>
              </a:ext>
            </a:extLst>
          </p:cNvPr>
          <p:cNvSpPr txBox="1"/>
          <p:nvPr/>
        </p:nvSpPr>
        <p:spPr>
          <a:xfrm>
            <a:off x="11468289" y="2807331"/>
            <a:ext cx="2860028" cy="224297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Xxxxxx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 Klarheit Grotesk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 dirty="0" err="1">
                <a:solidFill>
                  <a:prstClr val="white"/>
                </a:solidFill>
                <a:latin typeface="ES Klarheit Grotesk"/>
              </a:rPr>
              <a:t>Xxxxxx</a:t>
            </a:r>
            <a:endParaRPr lang="en-US" sz="1100" b="1" dirty="0">
              <a:solidFill>
                <a:prstClr val="white"/>
              </a:solidFill>
              <a:latin typeface="ES Klarheit Grotesk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Xxxxxx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 Klarheit Grotesk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 dirty="0" err="1">
                <a:solidFill>
                  <a:prstClr val="white"/>
                </a:solidFill>
                <a:latin typeface="ES Klarheit Grotesk"/>
              </a:rPr>
              <a:t>xxxxxx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S Klarheit Grotesk"/>
              <a:ea typeface="+mn-ea"/>
              <a:cs typeface="+mn-cs"/>
            </a:endParaRPr>
          </a:p>
        </p:txBody>
      </p:sp>
      <p:sp>
        <p:nvSpPr>
          <p:cNvPr id="64" name="TextBox">
            <a:extLst>
              <a:ext uri="{FF2B5EF4-FFF2-40B4-BE49-F238E27FC236}">
                <a16:creationId xmlns:a16="http://schemas.microsoft.com/office/drawing/2014/main" id="{F90DBA3A-A5D5-DB71-E894-BB075F273FFC}"/>
              </a:ext>
            </a:extLst>
          </p:cNvPr>
          <p:cNvSpPr txBox="1"/>
          <p:nvPr/>
        </p:nvSpPr>
        <p:spPr>
          <a:xfrm>
            <a:off x="4351335" y="2807331"/>
            <a:ext cx="2893903" cy="213953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lvl="0" defTabSz="914400">
              <a:spcAft>
                <a:spcPts val="600"/>
              </a:spcAft>
              <a:defRPr/>
            </a:pPr>
            <a:r>
              <a:rPr lang="en-GB" sz="1100" b="1" dirty="0">
                <a:solidFill>
                  <a:prstClr val="white"/>
                </a:solidFill>
                <a:latin typeface="ES Klarheit Grotesk"/>
              </a:rPr>
              <a:t>Target market:</a:t>
            </a:r>
          </a:p>
          <a:p>
            <a:pPr lvl="0" defTabSz="914400">
              <a:spcAft>
                <a:spcPts val="600"/>
              </a:spcAft>
              <a:defRPr/>
            </a:pPr>
            <a:r>
              <a:rPr lang="en-US" sz="1100" dirty="0" err="1">
                <a:solidFill>
                  <a:prstClr val="white"/>
                </a:solidFill>
                <a:latin typeface="ES Klarheit Grotesk"/>
              </a:rPr>
              <a:t>xxxxxx</a:t>
            </a:r>
            <a:endParaRPr lang="en-US" sz="1100" dirty="0">
              <a:solidFill>
                <a:prstClr val="white"/>
              </a:solidFill>
              <a:latin typeface="ES Klarheit Grotes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Key Personas: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CIO, Head of IT Operations/AMS and  CFO/Procurement.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3AFBFE-857E-ADE7-D0E4-1D5939AE8513}"/>
              </a:ext>
            </a:extLst>
          </p:cNvPr>
          <p:cNvGrpSpPr/>
          <p:nvPr/>
        </p:nvGrpSpPr>
        <p:grpSpPr>
          <a:xfrm>
            <a:off x="7608459" y="1244132"/>
            <a:ext cx="6849897" cy="749972"/>
            <a:chOff x="7686833" y="2133422"/>
            <a:chExt cx="6849897" cy="749972"/>
          </a:xfrm>
          <a:solidFill>
            <a:srgbClr val="7350B8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449973D-6B59-0389-95AD-033637D5EEC2}"/>
                </a:ext>
              </a:extLst>
            </p:cNvPr>
            <p:cNvSpPr/>
            <p:nvPr/>
          </p:nvSpPr>
          <p:spPr>
            <a:xfrm>
              <a:off x="12903990" y="2133422"/>
              <a:ext cx="1632740" cy="7499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>
                <a:solidFill>
                  <a:schemeClr val="bg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B813EA7-71F6-60A1-4227-73302523BC2B}"/>
                </a:ext>
              </a:extLst>
            </p:cNvPr>
            <p:cNvSpPr/>
            <p:nvPr/>
          </p:nvSpPr>
          <p:spPr>
            <a:xfrm>
              <a:off x="7686833" y="2133422"/>
              <a:ext cx="1632740" cy="7499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>
                <a:solidFill>
                  <a:schemeClr val="bg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77405F0-DDD4-6B7E-DD78-928617609B8E}"/>
                </a:ext>
              </a:extLst>
            </p:cNvPr>
            <p:cNvSpPr/>
            <p:nvPr/>
          </p:nvSpPr>
          <p:spPr>
            <a:xfrm>
              <a:off x="9425885" y="2133422"/>
              <a:ext cx="1632740" cy="7499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7E6B5D5-7C52-B834-2353-573A56F47854}"/>
                </a:ext>
              </a:extLst>
            </p:cNvPr>
            <p:cNvSpPr/>
            <p:nvPr/>
          </p:nvSpPr>
          <p:spPr>
            <a:xfrm>
              <a:off x="11164937" y="2133422"/>
              <a:ext cx="1632740" cy="7499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00">
                <a:solidFill>
                  <a:schemeClr val="bg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7A6268-B6C7-E4E1-0AE1-CC0052CA9E21}"/>
              </a:ext>
            </a:extLst>
          </p:cNvPr>
          <p:cNvGrpSpPr/>
          <p:nvPr/>
        </p:nvGrpSpPr>
        <p:grpSpPr>
          <a:xfrm>
            <a:off x="5840521" y="5786900"/>
            <a:ext cx="4695246" cy="1455340"/>
            <a:chOff x="5915657" y="6225712"/>
            <a:chExt cx="8254163" cy="1105170"/>
          </a:xfrm>
        </p:grpSpPr>
        <p:sp>
          <p:nvSpPr>
            <p:cNvPr id="71" name="object 27">
              <a:extLst>
                <a:ext uri="{FF2B5EF4-FFF2-40B4-BE49-F238E27FC236}">
                  <a16:creationId xmlns:a16="http://schemas.microsoft.com/office/drawing/2014/main" id="{90B356ED-553C-442E-205E-D656A815F06E}"/>
                </a:ext>
              </a:extLst>
            </p:cNvPr>
            <p:cNvSpPr/>
            <p:nvPr/>
          </p:nvSpPr>
          <p:spPr>
            <a:xfrm>
              <a:off x="5915657" y="6225716"/>
              <a:ext cx="8254163" cy="1105166"/>
            </a:xfrm>
            <a:custGeom>
              <a:avLst/>
              <a:gdLst/>
              <a:ahLst/>
              <a:cxnLst/>
              <a:rect l="l" t="t" r="r" b="b"/>
              <a:pathLst>
                <a:path w="5686425" h="381000">
                  <a:moveTo>
                    <a:pt x="568642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686424" y="0"/>
                  </a:lnTo>
                  <a:lnTo>
                    <a:pt x="5686424" y="380999"/>
                  </a:lnTo>
                  <a:close/>
                </a:path>
              </a:pathLst>
            </a:custGeom>
            <a:solidFill>
              <a:srgbClr val="EAE8DE"/>
            </a:solidFill>
            <a:ln>
              <a:solidFill>
                <a:srgbClr val="FF0000"/>
              </a:solidFill>
            </a:ln>
          </p:spPr>
          <p:txBody>
            <a:bodyPr wrap="square" lIns="0" tIns="0" rIns="0" bIns="0" rtlCol="0" anchor="ctr"/>
            <a:lstStyle/>
            <a:p>
              <a:pPr marL="18288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15F53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Lowered Run Costs with 50% Productivity Gain, achieved through:</a:t>
              </a:r>
            </a:p>
            <a:p>
              <a:pPr marL="35433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i="0" u="none" strike="noStrike" kern="1200" cap="none" spc="0" normalizeH="0" baseline="0" noProof="0" dirty="0">
                  <a:ln>
                    <a:noFill/>
                  </a:ln>
                  <a:solidFill>
                    <a:srgbClr val="F15F53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Mean Time to Resolve (MTTR) for Incidents by 40%</a:t>
              </a:r>
            </a:p>
            <a:p>
              <a:pPr marL="35433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i="0" u="none" strike="noStrike" kern="1200" cap="none" spc="0" normalizeH="0" baseline="0" noProof="0" dirty="0">
                  <a:ln>
                    <a:noFill/>
                  </a:ln>
                  <a:solidFill>
                    <a:srgbClr val="F15F53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Mean Time to Fulfill(MTTF) Reduction by 50%, and </a:t>
              </a:r>
            </a:p>
            <a:p>
              <a:pPr marL="35433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i="0" u="none" strike="noStrike" kern="1200" cap="none" spc="0" normalizeH="0" baseline="0" noProof="0" dirty="0">
                  <a:ln>
                    <a:noFill/>
                  </a:ln>
                  <a:solidFill>
                    <a:srgbClr val="F15F53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Intelligent (Reasoning-based) Automation </a:t>
              </a:r>
            </a:p>
          </p:txBody>
        </p:sp>
        <p:sp>
          <p:nvSpPr>
            <p:cNvPr id="72" name="object 28">
              <a:extLst>
                <a:ext uri="{FF2B5EF4-FFF2-40B4-BE49-F238E27FC236}">
                  <a16:creationId xmlns:a16="http://schemas.microsoft.com/office/drawing/2014/main" id="{EB9B5937-98DB-545B-8B13-D34EF8E26FA7}"/>
                </a:ext>
              </a:extLst>
            </p:cNvPr>
            <p:cNvSpPr/>
            <p:nvPr/>
          </p:nvSpPr>
          <p:spPr>
            <a:xfrm>
              <a:off x="5915657" y="6225712"/>
              <a:ext cx="20312" cy="1105166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E7605D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73" name="TextBox">
            <a:extLst>
              <a:ext uri="{FF2B5EF4-FFF2-40B4-BE49-F238E27FC236}">
                <a16:creationId xmlns:a16="http://schemas.microsoft.com/office/drawing/2014/main" id="{8C1EF74C-7E6D-443D-8A03-406454F7E3A7}"/>
              </a:ext>
            </a:extLst>
          </p:cNvPr>
          <p:cNvSpPr txBox="1"/>
          <p:nvPr/>
        </p:nvSpPr>
        <p:spPr>
          <a:xfrm>
            <a:off x="7705177" y="1367737"/>
            <a:ext cx="1341335" cy="55917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914400">
              <a:defRPr/>
            </a:pPr>
            <a:r>
              <a:rPr lang="en-GB" b="1" dirty="0">
                <a:solidFill>
                  <a:srgbClr val="F15F53"/>
                </a:solidFill>
                <a:latin typeface="ES Klarheit Grotesk"/>
              </a:rPr>
              <a:t>Stat 1</a:t>
            </a:r>
          </a:p>
          <a:p>
            <a:pPr defTabSz="914400">
              <a:defRPr/>
            </a:pPr>
            <a:r>
              <a:rPr lang="en-US" sz="900" dirty="0">
                <a:solidFill>
                  <a:srgbClr val="F15F53"/>
                </a:solidFill>
                <a:latin typeface="ES Klarheit Grotesk"/>
              </a:rPr>
              <a:t>Description</a:t>
            </a:r>
          </a:p>
        </p:txBody>
      </p:sp>
      <p:sp>
        <p:nvSpPr>
          <p:cNvPr id="74" name="TextBox">
            <a:extLst>
              <a:ext uri="{FF2B5EF4-FFF2-40B4-BE49-F238E27FC236}">
                <a16:creationId xmlns:a16="http://schemas.microsoft.com/office/drawing/2014/main" id="{1FDA7FFD-6092-2F60-C472-90F6A6E8C0BD}"/>
              </a:ext>
            </a:extLst>
          </p:cNvPr>
          <p:cNvSpPr txBox="1"/>
          <p:nvPr/>
        </p:nvSpPr>
        <p:spPr>
          <a:xfrm>
            <a:off x="9493213" y="1346523"/>
            <a:ext cx="1341335" cy="55917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914400">
              <a:defRPr/>
            </a:pPr>
            <a:r>
              <a:rPr lang="en-GB" b="1" dirty="0">
                <a:solidFill>
                  <a:srgbClr val="F15F53"/>
                </a:solidFill>
                <a:latin typeface="ES Klarheit Grotesk"/>
              </a:rPr>
              <a:t>Stat2</a:t>
            </a:r>
          </a:p>
          <a:p>
            <a:pPr defTabSz="914400">
              <a:defRPr/>
            </a:pPr>
            <a:r>
              <a:rPr lang="en-US" sz="900" dirty="0">
                <a:solidFill>
                  <a:srgbClr val="F15F53"/>
                </a:solidFill>
                <a:latin typeface="ES Klarheit Grotesk"/>
              </a:rPr>
              <a:t>Description</a:t>
            </a:r>
          </a:p>
        </p:txBody>
      </p:sp>
      <p:sp>
        <p:nvSpPr>
          <p:cNvPr id="75" name="TextBox">
            <a:extLst>
              <a:ext uri="{FF2B5EF4-FFF2-40B4-BE49-F238E27FC236}">
                <a16:creationId xmlns:a16="http://schemas.microsoft.com/office/drawing/2014/main" id="{D68BB890-5D18-EA84-E81E-DAA591406561}"/>
              </a:ext>
            </a:extLst>
          </p:cNvPr>
          <p:cNvSpPr txBox="1"/>
          <p:nvPr/>
        </p:nvSpPr>
        <p:spPr>
          <a:xfrm>
            <a:off x="11294741" y="1365679"/>
            <a:ext cx="1341335" cy="55917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914400">
              <a:defRPr/>
            </a:pPr>
            <a:r>
              <a:rPr lang="en-GB" b="1" dirty="0">
                <a:solidFill>
                  <a:srgbClr val="F15F53"/>
                </a:solidFill>
                <a:latin typeface="ES Klarheit Grotesk"/>
              </a:rPr>
              <a:t>Stat3</a:t>
            </a:r>
          </a:p>
          <a:p>
            <a:pPr defTabSz="914400">
              <a:defRPr/>
            </a:pPr>
            <a:r>
              <a:rPr lang="en-US" sz="900" dirty="0">
                <a:solidFill>
                  <a:srgbClr val="F15F53"/>
                </a:solidFill>
                <a:latin typeface="ES Klarheit Grotesk"/>
              </a:rPr>
              <a:t>Description</a:t>
            </a:r>
          </a:p>
        </p:txBody>
      </p:sp>
      <p:sp>
        <p:nvSpPr>
          <p:cNvPr id="76" name="TextBox">
            <a:extLst>
              <a:ext uri="{FF2B5EF4-FFF2-40B4-BE49-F238E27FC236}">
                <a16:creationId xmlns:a16="http://schemas.microsoft.com/office/drawing/2014/main" id="{88AF869D-5AA1-9D10-8BD4-BB41E0574416}"/>
              </a:ext>
            </a:extLst>
          </p:cNvPr>
          <p:cNvSpPr txBox="1"/>
          <p:nvPr/>
        </p:nvSpPr>
        <p:spPr>
          <a:xfrm>
            <a:off x="12961872" y="1365679"/>
            <a:ext cx="1341335" cy="55917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914400">
              <a:defRPr/>
            </a:pPr>
            <a:r>
              <a:rPr lang="en-GB" sz="1100" b="1" dirty="0">
                <a:solidFill>
                  <a:srgbClr val="F15F53"/>
                </a:solidFill>
                <a:latin typeface="ES Klarheit Grotesk"/>
              </a:rPr>
              <a:t>Stat4</a:t>
            </a:r>
          </a:p>
          <a:p>
            <a:pPr defTabSz="914400">
              <a:defRPr/>
            </a:pPr>
            <a:r>
              <a:rPr lang="en-GB" sz="1100" b="1" dirty="0" err="1">
                <a:solidFill>
                  <a:srgbClr val="F15F53"/>
                </a:solidFill>
                <a:latin typeface="ES Klarheit Grotesk"/>
              </a:rPr>
              <a:t>Desctiption</a:t>
            </a:r>
            <a:endParaRPr lang="en-GB" sz="1100" b="1" dirty="0">
              <a:solidFill>
                <a:srgbClr val="F15F53"/>
              </a:solidFill>
              <a:latin typeface="ES Klarheit Grotesk"/>
            </a:endParaRPr>
          </a:p>
        </p:txBody>
      </p:sp>
      <p:sp>
        <p:nvSpPr>
          <p:cNvPr id="77" name="TextBox">
            <a:extLst>
              <a:ext uri="{FF2B5EF4-FFF2-40B4-BE49-F238E27FC236}">
                <a16:creationId xmlns:a16="http://schemas.microsoft.com/office/drawing/2014/main" id="{CDD88739-1339-E8E8-E88F-C94FE4DC4C1D}"/>
              </a:ext>
            </a:extLst>
          </p:cNvPr>
          <p:cNvSpPr txBox="1"/>
          <p:nvPr/>
        </p:nvSpPr>
        <p:spPr>
          <a:xfrm>
            <a:off x="11541130" y="5523689"/>
            <a:ext cx="2856182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lang="en-US" sz="1400" b="1">
                <a:latin typeface="ES Klarheit Grotesk"/>
              </a:rPr>
              <a:t>Partners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7B0E6CE-B9B2-02B9-14DD-48C77BC4306A}"/>
              </a:ext>
            </a:extLst>
          </p:cNvPr>
          <p:cNvCxnSpPr>
            <a:cxnSpLocks/>
          </p:cNvCxnSpPr>
          <p:nvPr/>
        </p:nvCxnSpPr>
        <p:spPr>
          <a:xfrm>
            <a:off x="11039417" y="5327606"/>
            <a:ext cx="0" cy="1940093"/>
          </a:xfrm>
          <a:prstGeom prst="line">
            <a:avLst/>
          </a:prstGeom>
          <a:ln w="6350">
            <a:solidFill>
              <a:srgbClr val="CA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EFED05A7-E41D-ABFC-F182-A0E90513DA13}"/>
              </a:ext>
            </a:extLst>
          </p:cNvPr>
          <p:cNvSpPr/>
          <p:nvPr/>
        </p:nvSpPr>
        <p:spPr>
          <a:xfrm>
            <a:off x="11541129" y="5919031"/>
            <a:ext cx="2267125" cy="1175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Leave this space to add logos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D9528F88-3267-44FE-1E4B-792A8DCAB984}"/>
              </a:ext>
            </a:extLst>
          </p:cNvPr>
          <p:cNvSpPr/>
          <p:nvPr/>
        </p:nvSpPr>
        <p:spPr>
          <a:xfrm>
            <a:off x="635097" y="563384"/>
            <a:ext cx="2118365" cy="49638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Offering 1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7EE9B7DA-A996-93D2-6A47-4744430F3E1C}"/>
              </a:ext>
            </a:extLst>
          </p:cNvPr>
          <p:cNvSpPr/>
          <p:nvPr/>
        </p:nvSpPr>
        <p:spPr>
          <a:xfrm>
            <a:off x="2937998" y="560784"/>
            <a:ext cx="2118365" cy="496388"/>
          </a:xfrm>
          <a:prstGeom prst="roundRect">
            <a:avLst/>
          </a:prstGeom>
          <a:solidFill>
            <a:srgbClr val="22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Offering 2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EB669DC3-D4AE-F968-4BFF-4FE08AC1E963}"/>
              </a:ext>
            </a:extLst>
          </p:cNvPr>
          <p:cNvSpPr/>
          <p:nvPr/>
        </p:nvSpPr>
        <p:spPr>
          <a:xfrm>
            <a:off x="5240899" y="553727"/>
            <a:ext cx="2118365" cy="496388"/>
          </a:xfrm>
          <a:prstGeom prst="roundRect">
            <a:avLst/>
          </a:prstGeom>
          <a:solidFill>
            <a:srgbClr val="22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Offering 3 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D8633C1B-3834-83FD-88C2-1D87A1300F05}"/>
              </a:ext>
            </a:extLst>
          </p:cNvPr>
          <p:cNvSpPr/>
          <p:nvPr/>
        </p:nvSpPr>
        <p:spPr>
          <a:xfrm>
            <a:off x="7543800" y="568468"/>
            <a:ext cx="2118365" cy="496388"/>
          </a:xfrm>
          <a:prstGeom prst="roundRect">
            <a:avLst/>
          </a:prstGeom>
          <a:solidFill>
            <a:srgbClr val="22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Offering 4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EC1E611E-1279-306F-9586-14FD3E033EDA}"/>
              </a:ext>
            </a:extLst>
          </p:cNvPr>
          <p:cNvSpPr/>
          <p:nvPr/>
        </p:nvSpPr>
        <p:spPr>
          <a:xfrm>
            <a:off x="12379986" y="159849"/>
            <a:ext cx="2118365" cy="496388"/>
          </a:xfrm>
          <a:prstGeom prst="roundRect">
            <a:avLst/>
          </a:prstGeom>
          <a:solidFill>
            <a:srgbClr val="F15F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Pillar Name</a:t>
            </a:r>
          </a:p>
        </p:txBody>
      </p:sp>
    </p:spTree>
    <p:extLst>
      <p:ext uri="{BB962C8B-B14F-4D97-AF65-F5344CB8AC3E}">
        <p14:creationId xmlns:p14="http://schemas.microsoft.com/office/powerpoint/2010/main" val="724615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382954-ED62-6431-7227-3F7DF349EC48}"/>
              </a:ext>
            </a:extLst>
          </p:cNvPr>
          <p:cNvSpPr txBox="1">
            <a:spLocks/>
          </p:cNvSpPr>
          <p:nvPr/>
        </p:nvSpPr>
        <p:spPr>
          <a:xfrm>
            <a:off x="685795" y="1899213"/>
            <a:ext cx="6688671" cy="470293"/>
          </a:xfrm>
          <a:prstGeom prst="rect">
            <a:avLst/>
          </a:prstGeom>
        </p:spPr>
        <p:txBody>
          <a:bodyPr/>
          <a:lstStyle>
            <a:lvl1pPr marL="282893" indent="-282893" algn="l" defTabSz="1131570" rtl="0" eaLnBrk="1" latinLnBrk="0" hangingPunct="1">
              <a:lnSpc>
                <a:spcPct val="90000"/>
              </a:lnSpc>
              <a:spcBef>
                <a:spcPts val="1238"/>
              </a:spcBef>
              <a:buFont typeface="Arial" panose="020B0604020202020204" pitchFamily="34" charset="0"/>
              <a:buChar char="•"/>
              <a:defRPr sz="34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867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9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46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24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03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181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60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38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17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AI-First Workplace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A0F5C-BD32-310C-190F-53E58F2A6052}"/>
              </a:ext>
            </a:extLst>
          </p:cNvPr>
          <p:cNvSpPr txBox="1">
            <a:spLocks/>
          </p:cNvSpPr>
          <p:nvPr/>
        </p:nvSpPr>
        <p:spPr>
          <a:xfrm>
            <a:off x="685797" y="2429673"/>
            <a:ext cx="6688667" cy="391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893" indent="-282893" algn="l" defTabSz="1131570" rtl="0" eaLnBrk="1" latinLnBrk="0" hangingPunct="1">
              <a:lnSpc>
                <a:spcPct val="90000"/>
              </a:lnSpc>
              <a:spcBef>
                <a:spcPts val="1238"/>
              </a:spcBef>
              <a:buFont typeface="Arial" panose="020B0604020202020204" pitchFamily="34" charset="0"/>
              <a:buChar char="•"/>
              <a:defRPr sz="34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867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9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46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24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03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181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60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38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17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</a:rPr>
              <a:t>Turns workplace services into an intelligent, AI-powered productivity engine for employee experience.</a:t>
            </a:r>
          </a:p>
        </p:txBody>
      </p:sp>
      <p:sp>
        <p:nvSpPr>
          <p:cNvPr id="4" name="object 12">
            <a:extLst>
              <a:ext uri="{FF2B5EF4-FFF2-40B4-BE49-F238E27FC236}">
                <a16:creationId xmlns:a16="http://schemas.microsoft.com/office/drawing/2014/main" id="{F3D9ADD4-2DAE-82A8-F631-215C1B5ADCD9}"/>
              </a:ext>
            </a:extLst>
          </p:cNvPr>
          <p:cNvSpPr/>
          <p:nvPr/>
        </p:nvSpPr>
        <p:spPr>
          <a:xfrm>
            <a:off x="685799" y="3006315"/>
            <a:ext cx="3362080" cy="2541438"/>
          </a:xfrm>
          <a:custGeom>
            <a:avLst/>
            <a:gdLst/>
            <a:ahLst/>
            <a:cxnLst/>
            <a:rect l="l" t="t" r="r" b="b"/>
            <a:pathLst>
              <a:path w="4552950" h="2733675">
                <a:moveTo>
                  <a:pt x="4552949" y="2733674"/>
                </a:moveTo>
                <a:lnTo>
                  <a:pt x="0" y="2733674"/>
                </a:lnTo>
                <a:lnTo>
                  <a:pt x="0" y="0"/>
                </a:lnTo>
                <a:lnTo>
                  <a:pt x="4552949" y="0"/>
                </a:lnTo>
                <a:lnTo>
                  <a:pt x="4552949" y="2733674"/>
                </a:lnTo>
                <a:close/>
              </a:path>
            </a:pathLst>
          </a:custGeom>
          <a:solidFill>
            <a:srgbClr val="212529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23E0ADC-EA9A-7B3F-E286-4A29D9F5CCFF}"/>
              </a:ext>
            </a:extLst>
          </p:cNvPr>
          <p:cNvSpPr txBox="1"/>
          <p:nvPr/>
        </p:nvSpPr>
        <p:spPr>
          <a:xfrm>
            <a:off x="994653" y="3181133"/>
            <a:ext cx="2882810" cy="31566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 Offering &amp; Features</a:t>
            </a:r>
          </a:p>
        </p:txBody>
      </p:sp>
      <p:sp>
        <p:nvSpPr>
          <p:cNvPr id="6" name="TextBox">
            <a:extLst>
              <a:ext uri="{FF2B5EF4-FFF2-40B4-BE49-F238E27FC236}">
                <a16:creationId xmlns:a16="http://schemas.microsoft.com/office/drawing/2014/main" id="{182F51EF-DDBE-A0D5-F857-2137B497FBD9}"/>
              </a:ext>
            </a:extLst>
          </p:cNvPr>
          <p:cNvSpPr txBox="1"/>
          <p:nvPr/>
        </p:nvSpPr>
        <p:spPr>
          <a:xfrm>
            <a:off x="994651" y="3592686"/>
            <a:ext cx="2882810" cy="159560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Persona-Based Experiences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AI-Led Autonomous Workplace Operations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Copilot &amp; AI Adoption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Workplace Observability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Modern Endpoint Management</a:t>
            </a: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9363537C-9AA0-D813-ABDD-71EE2DBA3806}"/>
              </a:ext>
            </a:extLst>
          </p:cNvPr>
          <p:cNvSpPr/>
          <p:nvPr/>
        </p:nvSpPr>
        <p:spPr>
          <a:xfrm>
            <a:off x="4186318" y="3006315"/>
            <a:ext cx="3362081" cy="2541438"/>
          </a:xfrm>
          <a:custGeom>
            <a:avLst/>
            <a:gdLst/>
            <a:ahLst/>
            <a:cxnLst/>
            <a:rect l="l" t="t" r="r" b="b"/>
            <a:pathLst>
              <a:path w="4552950" h="2733675">
                <a:moveTo>
                  <a:pt x="4552949" y="2733674"/>
                </a:moveTo>
                <a:lnTo>
                  <a:pt x="0" y="2733674"/>
                </a:lnTo>
                <a:lnTo>
                  <a:pt x="0" y="0"/>
                </a:lnTo>
                <a:lnTo>
                  <a:pt x="4552949" y="0"/>
                </a:lnTo>
                <a:lnTo>
                  <a:pt x="4552949" y="2733674"/>
                </a:lnTo>
                <a:close/>
              </a:path>
            </a:pathLst>
          </a:custGeom>
          <a:solidFill>
            <a:srgbClr val="212529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DC34BB4-C02E-1FEF-EF3A-FA0F254C5BFC}"/>
              </a:ext>
            </a:extLst>
          </p:cNvPr>
          <p:cNvSpPr txBox="1"/>
          <p:nvPr/>
        </p:nvSpPr>
        <p:spPr>
          <a:xfrm>
            <a:off x="4402037" y="3181133"/>
            <a:ext cx="3052863" cy="31566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 Target Market &amp; Key Audience</a:t>
            </a: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CF81334E-107F-BCC9-4667-8D7BF8C15755}"/>
              </a:ext>
            </a:extLst>
          </p:cNvPr>
          <p:cNvSpPr/>
          <p:nvPr/>
        </p:nvSpPr>
        <p:spPr>
          <a:xfrm>
            <a:off x="7686836" y="3006315"/>
            <a:ext cx="3362080" cy="2541438"/>
          </a:xfrm>
          <a:custGeom>
            <a:avLst/>
            <a:gdLst/>
            <a:ahLst/>
            <a:cxnLst/>
            <a:rect l="l" t="t" r="r" b="b"/>
            <a:pathLst>
              <a:path w="4552950" h="2733675">
                <a:moveTo>
                  <a:pt x="4552949" y="2733674"/>
                </a:moveTo>
                <a:lnTo>
                  <a:pt x="0" y="2733674"/>
                </a:lnTo>
                <a:lnTo>
                  <a:pt x="0" y="0"/>
                </a:lnTo>
                <a:lnTo>
                  <a:pt x="4552949" y="0"/>
                </a:lnTo>
                <a:lnTo>
                  <a:pt x="4552949" y="2733674"/>
                </a:lnTo>
                <a:close/>
              </a:path>
            </a:pathLst>
          </a:custGeom>
          <a:solidFill>
            <a:srgbClr val="212529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652AEC4E-AFBC-ADFB-45CB-91C9F61E6CDB}"/>
              </a:ext>
            </a:extLst>
          </p:cNvPr>
          <p:cNvSpPr txBox="1"/>
          <p:nvPr/>
        </p:nvSpPr>
        <p:spPr>
          <a:xfrm>
            <a:off x="7995690" y="3181133"/>
            <a:ext cx="2882810" cy="31566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 Client Challenges</a:t>
            </a: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48A55489-A6A4-26BC-0A66-20349E743366}"/>
              </a:ext>
            </a:extLst>
          </p:cNvPr>
          <p:cNvSpPr/>
          <p:nvPr/>
        </p:nvSpPr>
        <p:spPr>
          <a:xfrm>
            <a:off x="11187355" y="3006315"/>
            <a:ext cx="3362080" cy="2541438"/>
          </a:xfrm>
          <a:custGeom>
            <a:avLst/>
            <a:gdLst/>
            <a:ahLst/>
            <a:cxnLst/>
            <a:rect l="l" t="t" r="r" b="b"/>
            <a:pathLst>
              <a:path w="4552950" h="2733675">
                <a:moveTo>
                  <a:pt x="4552949" y="2733674"/>
                </a:moveTo>
                <a:lnTo>
                  <a:pt x="0" y="2733674"/>
                </a:lnTo>
                <a:lnTo>
                  <a:pt x="0" y="0"/>
                </a:lnTo>
                <a:lnTo>
                  <a:pt x="4552949" y="0"/>
                </a:lnTo>
                <a:lnTo>
                  <a:pt x="4552949" y="2733674"/>
                </a:lnTo>
                <a:close/>
              </a:path>
            </a:pathLst>
          </a:custGeom>
          <a:solidFill>
            <a:srgbClr val="212529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6BC0E010-4FB0-CDA8-ECD5-920C1AD2CD6F}"/>
              </a:ext>
            </a:extLst>
          </p:cNvPr>
          <p:cNvSpPr txBox="1"/>
          <p:nvPr/>
        </p:nvSpPr>
        <p:spPr>
          <a:xfrm>
            <a:off x="11496209" y="3181133"/>
            <a:ext cx="2882810" cy="31566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15F53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 Competitive Differentiators</a:t>
            </a: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9FF81FB4-365E-AABE-2FF0-E1CF2F888AFA}"/>
              </a:ext>
            </a:extLst>
          </p:cNvPr>
          <p:cNvSpPr/>
          <p:nvPr/>
        </p:nvSpPr>
        <p:spPr>
          <a:xfrm>
            <a:off x="685797" y="5657796"/>
            <a:ext cx="13850938" cy="2388924"/>
          </a:xfrm>
          <a:custGeom>
            <a:avLst/>
            <a:gdLst/>
            <a:ahLst/>
            <a:cxnLst/>
            <a:rect l="l" t="t" r="r" b="b"/>
            <a:pathLst>
              <a:path w="13868400" h="2238375">
                <a:moveTo>
                  <a:pt x="13868398" y="2238374"/>
                </a:moveTo>
                <a:lnTo>
                  <a:pt x="0" y="2238374"/>
                </a:lnTo>
                <a:lnTo>
                  <a:pt x="0" y="0"/>
                </a:lnTo>
                <a:lnTo>
                  <a:pt x="13868398" y="0"/>
                </a:lnTo>
                <a:lnTo>
                  <a:pt x="13868398" y="2238374"/>
                </a:lnTo>
                <a:close/>
              </a:path>
            </a:pathLst>
          </a:custGeom>
          <a:solidFill>
            <a:srgbClr val="F6F5F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">
            <a:extLst>
              <a:ext uri="{FF2B5EF4-FFF2-40B4-BE49-F238E27FC236}">
                <a16:creationId xmlns:a16="http://schemas.microsoft.com/office/drawing/2014/main" id="{355BBDE7-6F1F-26FF-1A02-F09BC6116433}"/>
              </a:ext>
            </a:extLst>
          </p:cNvPr>
          <p:cNvSpPr txBox="1"/>
          <p:nvPr/>
        </p:nvSpPr>
        <p:spPr>
          <a:xfrm>
            <a:off x="994653" y="5837072"/>
            <a:ext cx="3023219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Conversation starters</a:t>
            </a:r>
          </a:p>
        </p:txBody>
      </p:sp>
      <p:sp>
        <p:nvSpPr>
          <p:cNvPr id="15" name="TextBox">
            <a:extLst>
              <a:ext uri="{FF2B5EF4-FFF2-40B4-BE49-F238E27FC236}">
                <a16:creationId xmlns:a16="http://schemas.microsoft.com/office/drawing/2014/main" id="{885593ED-4BC8-4D4E-90F5-772653CF70EF}"/>
              </a:ext>
            </a:extLst>
          </p:cNvPr>
          <p:cNvSpPr txBox="1"/>
          <p:nvPr/>
        </p:nvSpPr>
        <p:spPr>
          <a:xfrm>
            <a:off x="994653" y="6172216"/>
            <a:ext cx="3593652" cy="13234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How satisfied are your users with your IT services?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How are you ensuring consistent employee experiences across office, remote, and frontline workers?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What are the biggest productivity bottlenecks your employees face today</a:t>
            </a:r>
          </a:p>
        </p:txBody>
      </p:sp>
      <p:sp>
        <p:nvSpPr>
          <p:cNvPr id="16" name="TextBox">
            <a:extLst>
              <a:ext uri="{FF2B5EF4-FFF2-40B4-BE49-F238E27FC236}">
                <a16:creationId xmlns:a16="http://schemas.microsoft.com/office/drawing/2014/main" id="{23704D30-C0CA-CDBC-626A-83CE098550B2}"/>
              </a:ext>
            </a:extLst>
          </p:cNvPr>
          <p:cNvSpPr txBox="1"/>
          <p:nvPr/>
        </p:nvSpPr>
        <p:spPr>
          <a:xfrm>
            <a:off x="5891794" y="5837072"/>
            <a:ext cx="3053226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Success Stories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633435-751F-0530-4DAD-799DBC31B6F5}"/>
              </a:ext>
            </a:extLst>
          </p:cNvPr>
          <p:cNvCxnSpPr>
            <a:cxnSpLocks/>
          </p:cNvCxnSpPr>
          <p:nvPr/>
        </p:nvCxnSpPr>
        <p:spPr>
          <a:xfrm>
            <a:off x="5300550" y="5808197"/>
            <a:ext cx="0" cy="2103770"/>
          </a:xfrm>
          <a:prstGeom prst="line">
            <a:avLst/>
          </a:prstGeom>
          <a:ln w="6350">
            <a:solidFill>
              <a:srgbClr val="CA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38">
            <a:extLst>
              <a:ext uri="{FF2B5EF4-FFF2-40B4-BE49-F238E27FC236}">
                <a16:creationId xmlns:a16="http://schemas.microsoft.com/office/drawing/2014/main" id="{41E359E0-FAC6-EA0F-3EAD-C1F77C552AD8}"/>
              </a:ext>
            </a:extLst>
          </p:cNvPr>
          <p:cNvSpPr txBox="1"/>
          <p:nvPr/>
        </p:nvSpPr>
        <p:spPr>
          <a:xfrm>
            <a:off x="5906216" y="7725830"/>
            <a:ext cx="7970649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508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-10" normalizeH="0" baseline="0" noProof="0">
                <a:ln>
                  <a:noFill/>
                </a:ln>
                <a:solidFill>
                  <a:srgbClr val="D45240"/>
                </a:solidFill>
                <a:effectLst/>
                <a:uLnTx/>
                <a:uFillTx/>
                <a:latin typeface="ES Klarheit Grotesk" pitchFamily="2" charset="0"/>
                <a:ea typeface="ES Klarheit Grotesk" pitchFamily="2" charset="0"/>
                <a:cs typeface="Calibri"/>
              </a:rPr>
              <a:t>Contacts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srgbClr val="D45240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–</a:t>
            </a:r>
            <a:r>
              <a:rPr kumimoji="0" lang="en-GB" sz="900" b="1" i="0" u="none" strike="noStrike" kern="1200" cap="none" spc="5" normalizeH="0" baseline="0" noProof="0">
                <a:ln>
                  <a:noFill/>
                </a:ln>
                <a:solidFill>
                  <a:srgbClr val="D45240"/>
                </a:solidFill>
                <a:effectLst/>
                <a:uLnTx/>
                <a:uFillTx/>
                <a:latin typeface="ES Klarheit Grotesk" pitchFamily="2" charset="0"/>
                <a:ea typeface="ES Klarheit Grotesk" pitchFamily="2" charset="0"/>
                <a:cs typeface="Calibri"/>
              </a:rPr>
              <a:t> </a:t>
            </a:r>
            <a:r>
              <a:rPr kumimoji="0" lang="en-GB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S Klarheit Grotesk" pitchFamily="2" charset="0"/>
                <a:ea typeface="ES Klarheit Grotesk" pitchFamily="2" charset="0"/>
                <a:cs typeface="Calibri"/>
              </a:rPr>
              <a:t>slsales.cis@ltm.com</a:t>
            </a:r>
          </a:p>
        </p:txBody>
      </p:sp>
      <p:sp>
        <p:nvSpPr>
          <p:cNvPr id="19" name="TextBox">
            <a:extLst>
              <a:ext uri="{FF2B5EF4-FFF2-40B4-BE49-F238E27FC236}">
                <a16:creationId xmlns:a16="http://schemas.microsoft.com/office/drawing/2014/main" id="{4C71E5AE-638F-B262-4C82-29932C91D638}"/>
              </a:ext>
            </a:extLst>
          </p:cNvPr>
          <p:cNvSpPr txBox="1"/>
          <p:nvPr/>
        </p:nvSpPr>
        <p:spPr>
          <a:xfrm>
            <a:off x="7995690" y="3592686"/>
            <a:ext cx="2780340" cy="159560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Service SLAs are green. But business continuously complain about experience and productivity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Limited visibility into workplace experience and user productivity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Traditional workplace support scaling relies on adding more engineers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Fragmented tools creating operational silos and delayed decisions</a:t>
            </a:r>
          </a:p>
        </p:txBody>
      </p:sp>
      <p:sp>
        <p:nvSpPr>
          <p:cNvPr id="20" name="TextBox">
            <a:extLst>
              <a:ext uri="{FF2B5EF4-FFF2-40B4-BE49-F238E27FC236}">
                <a16:creationId xmlns:a16="http://schemas.microsoft.com/office/drawing/2014/main" id="{930A2605-0C66-3038-63C5-BCD8FB8D0DF4}"/>
              </a:ext>
            </a:extLst>
          </p:cNvPr>
          <p:cNvSpPr txBox="1"/>
          <p:nvPr/>
        </p:nvSpPr>
        <p:spPr>
          <a:xfrm>
            <a:off x="11518991" y="3592686"/>
            <a:ext cx="2752594" cy="159560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171450" lvl="0" indent="-1714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 err="1">
                <a:solidFill>
                  <a:schemeClr val="bg1"/>
                </a:solidFill>
                <a:latin typeface="ES Klarheit Grotesk"/>
              </a:rPr>
              <a:t>BlueVerse</a:t>
            </a:r>
            <a:r>
              <a:rPr lang="en-US" sz="1100" dirty="0">
                <a:solidFill>
                  <a:schemeClr val="bg1"/>
                </a:solidFill>
                <a:latin typeface="ES Klarheit Grotesk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ES Klarheit Grotesk"/>
              </a:rPr>
              <a:t>WorkplaceIQ</a:t>
            </a:r>
            <a:r>
              <a:rPr lang="en-US" sz="1100" dirty="0">
                <a:solidFill>
                  <a:schemeClr val="bg1"/>
                </a:solidFill>
                <a:latin typeface="ES Klarheit Grotesk"/>
              </a:rPr>
              <a:t>  - An intelligent workplace solution that delivers AI led experience, user productivity outcomes. </a:t>
            </a:r>
          </a:p>
          <a:p>
            <a:pPr marL="171450" lvl="0" indent="-1714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bg1"/>
                </a:solidFill>
                <a:latin typeface="ES Klarheit Grotesk"/>
              </a:rPr>
              <a:t>AI innovation and investments such as </a:t>
            </a:r>
            <a:r>
              <a:rPr lang="en-US" sz="1100" dirty="0" err="1">
                <a:solidFill>
                  <a:schemeClr val="bg1"/>
                </a:solidFill>
                <a:latin typeface="ES Klarheit Grotesk"/>
              </a:rPr>
              <a:t>voicing.ai</a:t>
            </a:r>
            <a:endParaRPr lang="en-US" sz="1100" dirty="0">
              <a:solidFill>
                <a:schemeClr val="bg1"/>
              </a:solidFill>
              <a:latin typeface="ES Klarheit Grotesk"/>
            </a:endParaRPr>
          </a:p>
          <a:p>
            <a:pPr marL="171450" lvl="0" indent="-1714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chemeClr val="bg1"/>
                </a:solidFill>
                <a:latin typeface="ES Klarheit Grotesk"/>
              </a:rPr>
              <a:t>AI + Human governance for trusted and responsible workplace operations</a:t>
            </a:r>
          </a:p>
        </p:txBody>
      </p:sp>
      <p:sp>
        <p:nvSpPr>
          <p:cNvPr id="21" name="TextBox">
            <a:extLst>
              <a:ext uri="{FF2B5EF4-FFF2-40B4-BE49-F238E27FC236}">
                <a16:creationId xmlns:a16="http://schemas.microsoft.com/office/drawing/2014/main" id="{819CE452-0326-2281-D9F2-36A5D05A1739}"/>
              </a:ext>
            </a:extLst>
          </p:cNvPr>
          <p:cNvSpPr txBox="1"/>
          <p:nvPr/>
        </p:nvSpPr>
        <p:spPr>
          <a:xfrm>
            <a:off x="4402037" y="3592686"/>
            <a:ext cx="2893903" cy="183493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lvl="0" defTabSz="914400">
              <a:spcAft>
                <a:spcPts val="600"/>
              </a:spcAft>
              <a:defRPr/>
            </a:pPr>
            <a:r>
              <a:rPr lang="en-GB" sz="1100" b="1" dirty="0">
                <a:solidFill>
                  <a:prstClr val="white"/>
                </a:solidFill>
                <a:latin typeface="ES Klarheit Grotesk"/>
              </a:rPr>
              <a:t>Target market:</a:t>
            </a:r>
          </a:p>
          <a:p>
            <a:pPr lvl="0" defTabSz="914400">
              <a:spcAft>
                <a:spcPts val="600"/>
              </a:spcAft>
              <a:defRPr/>
            </a:pPr>
            <a:r>
              <a:rPr lang="en-US" sz="1100" dirty="0">
                <a:solidFill>
                  <a:prstClr val="white"/>
                </a:solidFill>
                <a:latin typeface="ES Klarheit Grotesk"/>
              </a:rPr>
              <a:t>Enterprises undergoing : Mergers &amp; Acquisitions, Global Expansion, AI and Co-pilot adoption, transforming user experience and productivity </a:t>
            </a:r>
          </a:p>
          <a:p>
            <a:pPr lvl="0" defTabSz="914400">
              <a:spcAft>
                <a:spcPts val="600"/>
              </a:spcAft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Key Personas: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S Klarheit Grotesk"/>
                <a:ea typeface="+mn-ea"/>
                <a:cs typeface="+mn-cs"/>
              </a:rPr>
              <a:t>CIOs/CTOs, Head of Digital Workplace ,Workplace Transformation Executives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3206FE-06B7-A317-F8F7-320B3345A35B}"/>
              </a:ext>
            </a:extLst>
          </p:cNvPr>
          <p:cNvGrpSpPr/>
          <p:nvPr/>
        </p:nvGrpSpPr>
        <p:grpSpPr>
          <a:xfrm>
            <a:off x="7686833" y="2133422"/>
            <a:ext cx="1628151" cy="749972"/>
            <a:chOff x="7686833" y="2133422"/>
            <a:chExt cx="1628151" cy="749972"/>
          </a:xfrm>
          <a:solidFill>
            <a:srgbClr val="7350B8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42D63BA-B498-9A61-11ED-EC4A2A19E6E9}"/>
                </a:ext>
              </a:extLst>
            </p:cNvPr>
            <p:cNvSpPr/>
            <p:nvPr/>
          </p:nvSpPr>
          <p:spPr>
            <a:xfrm>
              <a:off x="7686833" y="2133422"/>
              <a:ext cx="1628151" cy="7499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N" sz="900">
                <a:solidFill>
                  <a:schemeClr val="bg1"/>
                </a:solidFill>
              </a:endParaRPr>
            </a:p>
          </p:txBody>
        </p:sp>
        <p:sp>
          <p:nvSpPr>
            <p:cNvPr id="24" name="TextBox">
              <a:extLst>
                <a:ext uri="{FF2B5EF4-FFF2-40B4-BE49-F238E27FC236}">
                  <a16:creationId xmlns:a16="http://schemas.microsoft.com/office/drawing/2014/main" id="{4AC9FBA5-9583-12AA-CE75-2F9E4067F706}"/>
                </a:ext>
              </a:extLst>
            </p:cNvPr>
            <p:cNvSpPr txBox="1"/>
            <p:nvPr/>
          </p:nvSpPr>
          <p:spPr>
            <a:xfrm>
              <a:off x="7837663" y="2163186"/>
              <a:ext cx="1326490" cy="559170"/>
            </a:xfrm>
            <a:prstGeom prst="rect">
              <a:avLst/>
            </a:prstGeom>
            <a:grpFill/>
          </p:spPr>
          <p:txBody>
            <a:bodyPr lIns="0" tIns="0" rIns="0" bIns="0" anchor="t">
              <a:noAutofit/>
            </a:bodyPr>
            <a:lstStyle/>
            <a:p>
              <a:pPr defTabSz="914400">
                <a:defRPr/>
              </a:pPr>
              <a:r>
                <a:rPr lang="en-US" b="1">
                  <a:solidFill>
                    <a:schemeClr val="bg1"/>
                  </a:solidFill>
                  <a:latin typeface="ES Klarheit Grotesk"/>
                </a:rPr>
                <a:t>&gt; 40%  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improved employee experience and digital satisfaction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3FEFDA-0744-477E-50F3-446F067C39A0}"/>
              </a:ext>
            </a:extLst>
          </p:cNvPr>
          <p:cNvGrpSpPr/>
          <p:nvPr/>
        </p:nvGrpSpPr>
        <p:grpSpPr>
          <a:xfrm>
            <a:off x="9431650" y="2133422"/>
            <a:ext cx="1628151" cy="749972"/>
            <a:chOff x="9420997" y="2133422"/>
            <a:chExt cx="1628151" cy="749972"/>
          </a:xfrm>
          <a:solidFill>
            <a:srgbClr val="7350B8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17B27E6-B2DD-ADCE-A0F3-9FFB39E61CFB}"/>
                </a:ext>
              </a:extLst>
            </p:cNvPr>
            <p:cNvSpPr/>
            <p:nvPr/>
          </p:nvSpPr>
          <p:spPr>
            <a:xfrm>
              <a:off x="9420997" y="2133422"/>
              <a:ext cx="1628151" cy="7499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N" sz="900">
                <a:solidFill>
                  <a:schemeClr val="bg1"/>
                </a:solidFill>
              </a:endParaRPr>
            </a:p>
          </p:txBody>
        </p:sp>
        <p:sp>
          <p:nvSpPr>
            <p:cNvPr id="27" name="TextBox">
              <a:extLst>
                <a:ext uri="{FF2B5EF4-FFF2-40B4-BE49-F238E27FC236}">
                  <a16:creationId xmlns:a16="http://schemas.microsoft.com/office/drawing/2014/main" id="{F02F4E20-56CC-B3E5-53CB-4553239F4AAA}"/>
                </a:ext>
              </a:extLst>
            </p:cNvPr>
            <p:cNvSpPr txBox="1"/>
            <p:nvPr/>
          </p:nvSpPr>
          <p:spPr>
            <a:xfrm>
              <a:off x="9583117" y="2228823"/>
              <a:ext cx="1337565" cy="559170"/>
            </a:xfrm>
            <a:prstGeom prst="rect">
              <a:avLst/>
            </a:prstGeom>
            <a:grpFill/>
          </p:spPr>
          <p:txBody>
            <a:bodyPr lIns="0" tIns="0" rIns="0" bIns="0" anchor="t">
              <a:noAutofit/>
            </a:bodyPr>
            <a:lstStyle/>
            <a:p>
              <a:pPr defTabSz="914400">
                <a:defRPr/>
              </a:pPr>
              <a:r>
                <a:rPr lang="en-US" b="1">
                  <a:solidFill>
                    <a:schemeClr val="bg1"/>
                  </a:solidFill>
                  <a:latin typeface="ES Klarheit Grotesk"/>
                </a:rPr>
                <a:t>~ 30% 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User Productivity Improvement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74B252B-AFC1-72A2-A841-25E124AD39E3}"/>
              </a:ext>
            </a:extLst>
          </p:cNvPr>
          <p:cNvGrpSpPr/>
          <p:nvPr/>
        </p:nvGrpSpPr>
        <p:grpSpPr>
          <a:xfrm>
            <a:off x="11176467" y="2133422"/>
            <a:ext cx="1628151" cy="749972"/>
            <a:chOff x="11155161" y="2133422"/>
            <a:chExt cx="1628151" cy="749972"/>
          </a:xfrm>
          <a:solidFill>
            <a:srgbClr val="7350B8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EE5B415-84B1-E84A-F5FC-735CFC92AA2F}"/>
                </a:ext>
              </a:extLst>
            </p:cNvPr>
            <p:cNvSpPr/>
            <p:nvPr/>
          </p:nvSpPr>
          <p:spPr>
            <a:xfrm>
              <a:off x="11155161" y="2133422"/>
              <a:ext cx="1628151" cy="7499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N" sz="900">
                <a:solidFill>
                  <a:schemeClr val="bg1"/>
                </a:solidFill>
              </a:endParaRPr>
            </a:p>
          </p:txBody>
        </p:sp>
        <p:sp>
          <p:nvSpPr>
            <p:cNvPr id="30" name="TextBox">
              <a:extLst>
                <a:ext uri="{FF2B5EF4-FFF2-40B4-BE49-F238E27FC236}">
                  <a16:creationId xmlns:a16="http://schemas.microsoft.com/office/drawing/2014/main" id="{544A23CD-149D-8E38-4858-1DD7B2F89294}"/>
                </a:ext>
              </a:extLst>
            </p:cNvPr>
            <p:cNvSpPr txBox="1"/>
            <p:nvPr/>
          </p:nvSpPr>
          <p:spPr>
            <a:xfrm>
              <a:off x="11317281" y="2228823"/>
              <a:ext cx="1337565" cy="559170"/>
            </a:xfrm>
            <a:prstGeom prst="rect">
              <a:avLst/>
            </a:prstGeom>
            <a:grpFill/>
          </p:spPr>
          <p:txBody>
            <a:bodyPr lIns="0" tIns="0" rIns="0" bIns="0" anchor="t">
              <a:noAutofit/>
            </a:bodyPr>
            <a:lstStyle/>
            <a:p>
              <a:pPr defTabSz="914400">
                <a:defRPr/>
              </a:pPr>
              <a:r>
                <a:rPr lang="en-US" b="1">
                  <a:solidFill>
                    <a:schemeClr val="bg1"/>
                  </a:solidFill>
                  <a:latin typeface="ES Klarheit Grotesk"/>
                </a:rPr>
                <a:t>~ 60% 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Ticket deflection to automated channels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EBC57E9-F46E-B4F8-1EFE-36769CCD5CE6}"/>
              </a:ext>
            </a:extLst>
          </p:cNvPr>
          <p:cNvGrpSpPr/>
          <p:nvPr/>
        </p:nvGrpSpPr>
        <p:grpSpPr>
          <a:xfrm>
            <a:off x="12921284" y="2133422"/>
            <a:ext cx="1628151" cy="749972"/>
            <a:chOff x="11155161" y="2133422"/>
            <a:chExt cx="1628151" cy="749972"/>
          </a:xfrm>
          <a:solidFill>
            <a:srgbClr val="7350B8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AFC5E3-F101-06D2-EE16-A6E9EA9C9880}"/>
                </a:ext>
              </a:extLst>
            </p:cNvPr>
            <p:cNvSpPr/>
            <p:nvPr/>
          </p:nvSpPr>
          <p:spPr>
            <a:xfrm>
              <a:off x="11155161" y="2133422"/>
              <a:ext cx="1628151" cy="7499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N" sz="900">
                <a:solidFill>
                  <a:schemeClr val="bg1"/>
                </a:solidFill>
              </a:endParaRPr>
            </a:p>
          </p:txBody>
        </p:sp>
        <p:sp>
          <p:nvSpPr>
            <p:cNvPr id="33" name="TextBox">
              <a:extLst>
                <a:ext uri="{FF2B5EF4-FFF2-40B4-BE49-F238E27FC236}">
                  <a16:creationId xmlns:a16="http://schemas.microsoft.com/office/drawing/2014/main" id="{AE17A9B7-1D7F-7513-F228-BD13C85F59F1}"/>
                </a:ext>
              </a:extLst>
            </p:cNvPr>
            <p:cNvSpPr txBox="1"/>
            <p:nvPr/>
          </p:nvSpPr>
          <p:spPr>
            <a:xfrm>
              <a:off x="11317281" y="2228823"/>
              <a:ext cx="1337565" cy="559170"/>
            </a:xfrm>
            <a:prstGeom prst="rect">
              <a:avLst/>
            </a:prstGeom>
            <a:grpFill/>
          </p:spPr>
          <p:txBody>
            <a:bodyPr lIns="0" tIns="0" rIns="0" bIns="0" anchor="t">
              <a:noAutofit/>
            </a:bodyPr>
            <a:lstStyle/>
            <a:p>
              <a:pPr defTabSz="914400">
                <a:defRPr/>
              </a:pPr>
              <a:r>
                <a:rPr lang="en-US" b="1">
                  <a:solidFill>
                    <a:schemeClr val="bg1"/>
                  </a:solidFill>
                  <a:latin typeface="ES Klarheit Grotesk"/>
                </a:rPr>
                <a:t>~40% 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reduced cost in workplace operations 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802432-0FED-53BE-DBF9-379E2B478CA0}"/>
              </a:ext>
            </a:extLst>
          </p:cNvPr>
          <p:cNvGrpSpPr/>
          <p:nvPr/>
        </p:nvGrpSpPr>
        <p:grpSpPr>
          <a:xfrm>
            <a:off x="5915658" y="6225712"/>
            <a:ext cx="4681728" cy="1269943"/>
            <a:chOff x="5915657" y="6225712"/>
            <a:chExt cx="8254163" cy="1105169"/>
          </a:xfrm>
        </p:grpSpPr>
        <p:sp>
          <p:nvSpPr>
            <p:cNvPr id="35" name="object 27">
              <a:extLst>
                <a:ext uri="{FF2B5EF4-FFF2-40B4-BE49-F238E27FC236}">
                  <a16:creationId xmlns:a16="http://schemas.microsoft.com/office/drawing/2014/main" id="{4B0F9FD7-311C-A568-1186-5F4BF5626B7F}"/>
                </a:ext>
              </a:extLst>
            </p:cNvPr>
            <p:cNvSpPr/>
            <p:nvPr/>
          </p:nvSpPr>
          <p:spPr>
            <a:xfrm>
              <a:off x="5915657" y="6225715"/>
              <a:ext cx="8254163" cy="1105166"/>
            </a:xfrm>
            <a:custGeom>
              <a:avLst/>
              <a:gdLst/>
              <a:ahLst/>
              <a:cxnLst/>
              <a:rect l="l" t="t" r="r" b="b"/>
              <a:pathLst>
                <a:path w="5686425" h="381000">
                  <a:moveTo>
                    <a:pt x="568642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686424" y="0"/>
                  </a:lnTo>
                  <a:lnTo>
                    <a:pt x="5686424" y="380999"/>
                  </a:lnTo>
                  <a:close/>
                </a:path>
              </a:pathLst>
            </a:custGeom>
            <a:solidFill>
              <a:srgbClr val="EAE8DE"/>
            </a:solidFill>
          </p:spPr>
          <p:txBody>
            <a:bodyPr wrap="square" lIns="0" tIns="0" rIns="0" bIns="0" rtlCol="0" anchor="ctr"/>
            <a:lstStyle/>
            <a:p>
              <a:pPr marL="18288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Elevating user experience for 1 Mn+ users across 110+ countries </a:t>
              </a:r>
            </a:p>
            <a:p>
              <a:pPr marL="35433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Food Manufacturing | 35% better employee experience |         49% ticket deflection</a:t>
              </a:r>
            </a:p>
            <a:p>
              <a:pPr marL="35433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Financial Services  | 94% CSAT | 99% endpoint compliance</a:t>
              </a:r>
            </a:p>
            <a:p>
              <a:pPr marL="35433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ES Klarheit Grotesk"/>
                  <a:ea typeface="+mn-ea"/>
                  <a:cs typeface="+mn-cs"/>
                </a:rPr>
                <a:t>Industrial Manufacturing  | 45% fewer tickets | 59% backlog reduction</a:t>
              </a:r>
            </a:p>
          </p:txBody>
        </p:sp>
        <p:sp>
          <p:nvSpPr>
            <p:cNvPr id="36" name="object 28">
              <a:extLst>
                <a:ext uri="{FF2B5EF4-FFF2-40B4-BE49-F238E27FC236}">
                  <a16:creationId xmlns:a16="http://schemas.microsoft.com/office/drawing/2014/main" id="{322AA9B3-C034-80B2-1105-56C98D007F8D}"/>
                </a:ext>
              </a:extLst>
            </p:cNvPr>
            <p:cNvSpPr/>
            <p:nvPr/>
          </p:nvSpPr>
          <p:spPr>
            <a:xfrm>
              <a:off x="5915657" y="6225712"/>
              <a:ext cx="20312" cy="1105166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E7605D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37" name="Picture 36" descr="File:Microsoft logo (2012).svg">
            <a:extLst>
              <a:ext uri="{FF2B5EF4-FFF2-40B4-BE49-F238E27FC236}">
                <a16:creationId xmlns:a16="http://schemas.microsoft.com/office/drawing/2014/main" id="{774D4181-BB06-1677-6E42-A0F57BD77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3695" y="6378028"/>
            <a:ext cx="1070328" cy="227445"/>
          </a:xfrm>
          <a:prstGeom prst="rect">
            <a:avLst/>
          </a:prstGeom>
        </p:spPr>
      </p:pic>
      <p:pic>
        <p:nvPicPr>
          <p:cNvPr id="38" name="Picture 37" descr="Resolve Logo PNG Vector">
            <a:extLst>
              <a:ext uri="{FF2B5EF4-FFF2-40B4-BE49-F238E27FC236}">
                <a16:creationId xmlns:a16="http://schemas.microsoft.com/office/drawing/2014/main" id="{BAAE563D-872C-C362-943B-08C3D7D3B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677" b="36969"/>
          <a:stretch>
            <a:fillRect/>
          </a:stretch>
        </p:blipFill>
        <p:spPr>
          <a:xfrm>
            <a:off x="12798393" y="6725677"/>
            <a:ext cx="1125720" cy="330444"/>
          </a:xfrm>
          <a:prstGeom prst="rect">
            <a:avLst/>
          </a:prstGeom>
        </p:spPr>
      </p:pic>
      <p:pic>
        <p:nvPicPr>
          <p:cNvPr id="39" name="Picture 38" descr="Voicing.ai - FinTech Marketplace - LendAPI">
            <a:extLst>
              <a:ext uri="{FF2B5EF4-FFF2-40B4-BE49-F238E27FC236}">
                <a16:creationId xmlns:a16="http://schemas.microsoft.com/office/drawing/2014/main" id="{20C5DAB5-A0E6-0834-3F87-938275B0D2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445" b="34918"/>
          <a:stretch>
            <a:fillRect/>
          </a:stretch>
        </p:blipFill>
        <p:spPr>
          <a:xfrm>
            <a:off x="11496209" y="6827365"/>
            <a:ext cx="1207473" cy="26481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7F9FBEC-CF57-9DDE-3299-8315E48D8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1723" y="6360633"/>
            <a:ext cx="600384" cy="2941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B83C367-03AE-0E06-4102-A482B93930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80" b="27387"/>
          <a:stretch>
            <a:fillRect/>
          </a:stretch>
        </p:blipFill>
        <p:spPr>
          <a:xfrm>
            <a:off x="11678500" y="7177020"/>
            <a:ext cx="835993" cy="40406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08E7066-97CF-8DBC-CC04-B85668C52A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6920" y="7027294"/>
            <a:ext cx="713776" cy="713776"/>
          </a:xfrm>
          <a:prstGeom prst="rect">
            <a:avLst/>
          </a:prstGeom>
        </p:spPr>
      </p:pic>
      <p:sp>
        <p:nvSpPr>
          <p:cNvPr id="43" name="TextBox">
            <a:extLst>
              <a:ext uri="{FF2B5EF4-FFF2-40B4-BE49-F238E27FC236}">
                <a16:creationId xmlns:a16="http://schemas.microsoft.com/office/drawing/2014/main" id="{E349DBBB-3D6F-A6B9-6623-4062E2D38563}"/>
              </a:ext>
            </a:extLst>
          </p:cNvPr>
          <p:cNvSpPr txBox="1"/>
          <p:nvPr/>
        </p:nvSpPr>
        <p:spPr>
          <a:xfrm>
            <a:off x="11616267" y="5837072"/>
            <a:ext cx="2847959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ES Klarheit Grotesk" pitchFamily="2" charset="0"/>
              <a:buChar char="—"/>
              <a:tabLst/>
              <a:defRPr/>
            </a:pPr>
            <a:r>
              <a:rPr lang="en-US" sz="1400" b="1">
                <a:latin typeface="ES Klarheit Grotesk"/>
              </a:rPr>
              <a:t>Partners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9F3B3E3-1F6D-5CAF-BAF4-41EBFD273FF2}"/>
              </a:ext>
            </a:extLst>
          </p:cNvPr>
          <p:cNvCxnSpPr>
            <a:cxnSpLocks/>
          </p:cNvCxnSpPr>
          <p:nvPr/>
        </p:nvCxnSpPr>
        <p:spPr>
          <a:xfrm>
            <a:off x="11114554" y="5808197"/>
            <a:ext cx="0" cy="1772885"/>
          </a:xfrm>
          <a:prstGeom prst="line">
            <a:avLst/>
          </a:prstGeom>
          <a:ln w="6350">
            <a:solidFill>
              <a:srgbClr val="CAC9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A080693-1DCC-AC06-F52C-11B889349C6B}"/>
              </a:ext>
            </a:extLst>
          </p:cNvPr>
          <p:cNvSpPr/>
          <p:nvPr/>
        </p:nvSpPr>
        <p:spPr>
          <a:xfrm>
            <a:off x="635097" y="563384"/>
            <a:ext cx="1521823" cy="49638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AI-First Workplace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1F0D47A-00BA-6A8D-01D7-2FB0DCE49A2A}"/>
              </a:ext>
            </a:extLst>
          </p:cNvPr>
          <p:cNvSpPr/>
          <p:nvPr/>
        </p:nvSpPr>
        <p:spPr>
          <a:xfrm>
            <a:off x="2355638" y="563384"/>
            <a:ext cx="1521823" cy="496388"/>
          </a:xfrm>
          <a:prstGeom prst="roundRect">
            <a:avLst/>
          </a:prstGeom>
          <a:solidFill>
            <a:srgbClr val="22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 Infusion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DA3CD1D-0C2E-B63E-4680-3CF962B06552}"/>
              </a:ext>
            </a:extLst>
          </p:cNvPr>
          <p:cNvSpPr/>
          <p:nvPr/>
        </p:nvSpPr>
        <p:spPr>
          <a:xfrm>
            <a:off x="4188807" y="563384"/>
            <a:ext cx="1521823" cy="496388"/>
          </a:xfrm>
          <a:prstGeom prst="roundRect">
            <a:avLst/>
          </a:prstGeom>
          <a:solidFill>
            <a:srgbClr val="22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Offering 3 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E887A0D-3897-DA0D-FB74-F317D0D3DEA6}"/>
              </a:ext>
            </a:extLst>
          </p:cNvPr>
          <p:cNvSpPr/>
          <p:nvPr/>
        </p:nvSpPr>
        <p:spPr>
          <a:xfrm>
            <a:off x="6004533" y="575488"/>
            <a:ext cx="1521823" cy="496388"/>
          </a:xfrm>
          <a:prstGeom prst="roundRect">
            <a:avLst/>
          </a:prstGeom>
          <a:solidFill>
            <a:srgbClr val="22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Offering 4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6A24DBCB-AB38-7BEB-08B2-01079806B7F2}"/>
              </a:ext>
            </a:extLst>
          </p:cNvPr>
          <p:cNvSpPr txBox="1">
            <a:spLocks/>
          </p:cNvSpPr>
          <p:nvPr/>
        </p:nvSpPr>
        <p:spPr>
          <a:xfrm>
            <a:off x="11678500" y="517187"/>
            <a:ext cx="2870935" cy="428543"/>
          </a:xfrm>
          <a:prstGeom prst="rect">
            <a:avLst/>
          </a:prstGeom>
        </p:spPr>
        <p:txBody>
          <a:bodyPr/>
          <a:lstStyle>
            <a:lvl1pPr marL="282893" indent="-282893" algn="l" defTabSz="1131570" rtl="0" eaLnBrk="1" latinLnBrk="0" hangingPunct="1">
              <a:lnSpc>
                <a:spcPct val="90000"/>
              </a:lnSpc>
              <a:spcBef>
                <a:spcPts val="1238"/>
              </a:spcBef>
              <a:buFont typeface="Arial" panose="020B0604020202020204" pitchFamily="34" charset="0"/>
              <a:buChar char="•"/>
              <a:defRPr sz="34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867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9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1446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8024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4603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1181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7760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43388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09173" indent="-282893" algn="l" defTabSz="1131570" rtl="0" eaLnBrk="1" latinLnBrk="0" hangingPunct="1">
              <a:lnSpc>
                <a:spcPct val="90000"/>
              </a:lnSpc>
              <a:spcBef>
                <a:spcPts val="619"/>
              </a:spcBef>
              <a:buFont typeface="Arial" panose="020B0604020202020204" pitchFamily="34" charset="0"/>
              <a:buChar char="•"/>
              <a:defRPr sz="2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b="1" dirty="0">
                <a:solidFill>
                  <a:srgbClr val="FF0000"/>
                </a:solidFill>
              </a:rPr>
              <a:t>AI Infusion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D21CA0BD-64A0-8615-5F14-2AC6D816762E}"/>
              </a:ext>
            </a:extLst>
          </p:cNvPr>
          <p:cNvSpPr/>
          <p:nvPr/>
        </p:nvSpPr>
        <p:spPr>
          <a:xfrm>
            <a:off x="7793161" y="573773"/>
            <a:ext cx="1521823" cy="496388"/>
          </a:xfrm>
          <a:prstGeom prst="roundRect">
            <a:avLst/>
          </a:prstGeom>
          <a:solidFill>
            <a:srgbClr val="22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Offering 5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032EE4A0-8550-23F1-D324-851FA8AC902E}"/>
              </a:ext>
            </a:extLst>
          </p:cNvPr>
          <p:cNvSpPr/>
          <p:nvPr/>
        </p:nvSpPr>
        <p:spPr>
          <a:xfrm>
            <a:off x="9628672" y="552183"/>
            <a:ext cx="1521823" cy="496388"/>
          </a:xfrm>
          <a:prstGeom prst="roundRect">
            <a:avLst/>
          </a:prstGeom>
          <a:solidFill>
            <a:srgbClr val="2228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Offering 6</a:t>
            </a:r>
          </a:p>
        </p:txBody>
      </p:sp>
    </p:spTree>
    <p:extLst>
      <p:ext uri="{BB962C8B-B14F-4D97-AF65-F5344CB8AC3E}">
        <p14:creationId xmlns:p14="http://schemas.microsoft.com/office/powerpoint/2010/main" val="226949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2AEEC769C6964DAD967F77799DF6A8" ma:contentTypeVersion="6" ma:contentTypeDescription="Create a new document." ma:contentTypeScope="" ma:versionID="a3f6fd008fe3ed05d72121b7ea279bf5">
  <xsd:schema xmlns:xsd="http://www.w3.org/2001/XMLSchema" xmlns:xs="http://www.w3.org/2001/XMLSchema" xmlns:p="http://schemas.microsoft.com/office/2006/metadata/properties" xmlns:ns2="2554e5e7-972d-41a4-9ceb-bbb2631158cd" targetNamespace="http://schemas.microsoft.com/office/2006/metadata/properties" ma:root="true" ma:fieldsID="42ec910fd993bbe933481a2742437849" ns2:_="">
    <xsd:import namespace="2554e5e7-972d-41a4-9ceb-bbb2631158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4e5e7-972d-41a4-9ceb-bbb2631158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9AD9BC-513C-4047-9ACE-D35ADC51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54e5e7-972d-41a4-9ceb-bbb2631158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039FC9-A4C0-4E68-B772-D2D1FA7D0359}">
  <ds:schemaRefs>
    <ds:schemaRef ds:uri="http://www.w3.org/XML/1998/namespace"/>
    <ds:schemaRef ds:uri="2554e5e7-972d-41a4-9ceb-bbb2631158cd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BEF43B4-4299-47C8-B1A5-DD68759C3E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414</TotalTime>
  <Words>496</Words>
  <Application>Microsoft Macintosh PowerPoint</Application>
  <PresentationFormat>Custom</PresentationFormat>
  <Paragraphs>98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ES Klarheit Grotesk</vt:lpstr>
      <vt:lpstr>ES Klarheit Grotesk Smbd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Archana Uday Dange</dc:creator>
  <cp:lastModifiedBy>Ashutosh Dixit</cp:lastModifiedBy>
  <cp:revision>6</cp:revision>
  <dcterms:created xsi:type="dcterms:W3CDTF">2026-09-03T06:51:46Z</dcterms:created>
  <dcterms:modified xsi:type="dcterms:W3CDTF">2026-09-17T12:34:33Z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0x010100B82AEEC769C6964DAD967F77799DF6A8</vt:lpwstr>
  </property>
  <property fmtid="{D5CDD505-2E9C-101B-9397-08002B2CF9AE}" pid="3" name="MediaServiceImageTags">
    <vt:lpwstr/>
  </property>
</Properties>
</file>