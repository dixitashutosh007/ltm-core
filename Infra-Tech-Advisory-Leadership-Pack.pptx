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7" r:id="rId4"/>
    <p:sldId id="260" r:id="rId5"/>
    <p:sldId id="275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7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98ED09-E24C-2B4E-BCD0-189B2AED5C37}" v="39" dt="2026-09-02T00:08:44.589"/>
    <p1510:client id="{C584E53D-18C0-8BDC-AA63-C45EAFCB1D14}" v="26" dt="2026-09-02T05:24:42.3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58"/>
    <p:restoredTop sz="94610"/>
  </p:normalViewPr>
  <p:slideViewPr>
    <p:cSldViewPr snapToGrid="0" snapToObjects="1">
      <p:cViewPr varScale="1">
        <p:scale>
          <a:sx n="187" d="100"/>
          <a:sy n="187" d="100"/>
        </p:scale>
        <p:origin x="1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utosh Dixit" userId="ab6c3e37-306d-4503-aec7-51ddf0a52e19" providerId="ADAL" clId="{1B01D6BE-C5B3-5E1A-B22F-D7D7CA513B36}"/>
    <pc:docChg chg="undo custSel addSld delSld modSld sldOrd">
      <pc:chgData name="Ashutosh Dixit" userId="ab6c3e37-306d-4503-aec7-51ddf0a52e19" providerId="ADAL" clId="{1B01D6BE-C5B3-5E1A-B22F-D7D7CA513B36}" dt="2026-09-02T07:20:16.333" v="1377" actId="404"/>
      <pc:docMkLst>
        <pc:docMk/>
      </pc:docMkLst>
      <pc:sldChg chg="delSp mod">
        <pc:chgData name="Ashutosh Dixit" userId="ab6c3e37-306d-4503-aec7-51ddf0a52e19" providerId="ADAL" clId="{1B01D6BE-C5B3-5E1A-B22F-D7D7CA513B36}" dt="2026-09-02T00:10:09.024" v="1304" actId="478"/>
        <pc:sldMkLst>
          <pc:docMk/>
          <pc:sldMk cId="0" sldId="256"/>
        </pc:sldMkLst>
        <pc:spChg chg="del">
          <ac:chgData name="Ashutosh Dixit" userId="ab6c3e37-306d-4503-aec7-51ddf0a52e19" providerId="ADAL" clId="{1B01D6BE-C5B3-5E1A-B22F-D7D7CA513B36}" dt="2026-09-02T00:10:09.024" v="1304" actId="478"/>
          <ac:spMkLst>
            <pc:docMk/>
            <pc:sldMk cId="0" sldId="256"/>
            <ac:spMk id="10" creationId="{00000000-0000-0000-0000-000000000000}"/>
          </ac:spMkLst>
        </pc:spChg>
      </pc:sldChg>
      <pc:sldChg chg="addSp delSp modSp mod">
        <pc:chgData name="Ashutosh Dixit" userId="ab6c3e37-306d-4503-aec7-51ddf0a52e19" providerId="ADAL" clId="{1B01D6BE-C5B3-5E1A-B22F-D7D7CA513B36}" dt="2026-09-02T00:11:28.074" v="1331" actId="20577"/>
        <pc:sldMkLst>
          <pc:docMk/>
          <pc:sldMk cId="0" sldId="258"/>
        </pc:sldMkLst>
        <pc:graphicFrameChg chg="modGraphic">
          <ac:chgData name="Ashutosh Dixit" userId="ab6c3e37-306d-4503-aec7-51ddf0a52e19" providerId="ADAL" clId="{1B01D6BE-C5B3-5E1A-B22F-D7D7CA513B36}" dt="2026-09-02T00:11:28.074" v="1331" actId="20577"/>
          <ac:graphicFrameMkLst>
            <pc:docMk/>
            <pc:sldMk cId="0" sldId="258"/>
            <ac:graphicFrameMk id="4" creationId="{00000000-0000-0000-0000-000000000000}"/>
          </ac:graphicFrameMkLst>
        </pc:graphicFrameChg>
      </pc:sldChg>
      <pc:sldChg chg="addSp delSp modSp mod">
        <pc:chgData name="Ashutosh Dixit" userId="ab6c3e37-306d-4503-aec7-51ddf0a52e19" providerId="ADAL" clId="{1B01D6BE-C5B3-5E1A-B22F-D7D7CA513B36}" dt="2026-09-02T07:18:57.324" v="1333" actId="403"/>
        <pc:sldMkLst>
          <pc:docMk/>
          <pc:sldMk cId="0" sldId="261"/>
        </pc:sldMkLst>
        <pc:spChg chg="mod">
          <ac:chgData name="Ashutosh Dixit" userId="ab6c3e37-306d-4503-aec7-51ddf0a52e19" providerId="ADAL" clId="{1B01D6BE-C5B3-5E1A-B22F-D7D7CA513B36}" dt="2026-09-01T23:46:29.835" v="855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1T23:45:33.701" v="854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8:57.324" v="1333" actId="403"/>
          <ac:spMkLst>
            <pc:docMk/>
            <pc:sldMk cId="0" sldId="261"/>
            <ac:spMk id="9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8:57.324" v="1333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8:57.324" v="1333" actId="403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8:57.324" v="1333" actId="403"/>
          <ac:spMkLst>
            <pc:docMk/>
            <pc:sldMk cId="0" sldId="261"/>
            <ac:spMk id="27" creationId="{00000000-0000-0000-0000-000000000000}"/>
          </ac:spMkLst>
        </pc:spChg>
        <pc:spChg chg="add del mod">
          <ac:chgData name="Ashutosh Dixit" userId="ab6c3e37-306d-4503-aec7-51ddf0a52e19" providerId="ADAL" clId="{1B01D6BE-C5B3-5E1A-B22F-D7D7CA513B36}" dt="2026-09-01T06:59:33.573" v="450" actId="478"/>
          <ac:spMkLst>
            <pc:docMk/>
            <pc:sldMk cId="0" sldId="261"/>
            <ac:spMk id="30" creationId="{E53D9607-A618-C6E7-65FD-DF0C7E3D765D}"/>
          </ac:spMkLst>
        </pc:spChg>
      </pc:sldChg>
      <pc:sldChg chg="delSp modSp mod">
        <pc:chgData name="Ashutosh Dixit" userId="ab6c3e37-306d-4503-aec7-51ddf0a52e19" providerId="ADAL" clId="{1B01D6BE-C5B3-5E1A-B22F-D7D7CA513B36}" dt="2026-09-02T07:19:10.290" v="1337" actId="403"/>
        <pc:sldMkLst>
          <pc:docMk/>
          <pc:sldMk cId="0" sldId="262"/>
        </pc:sldMkLst>
        <pc:spChg chg="del">
          <ac:chgData name="Ashutosh Dixit" userId="ab6c3e37-306d-4503-aec7-51ddf0a52e19" providerId="ADAL" clId="{1B01D6BE-C5B3-5E1A-B22F-D7D7CA513B36}" dt="2026-09-01T23:59:18.973" v="893" actId="478"/>
          <ac:spMkLst>
            <pc:docMk/>
            <pc:sldMk cId="0" sldId="262"/>
            <ac:spMk id="7" creationId="{00000000-0000-0000-0000-000000000000}"/>
          </ac:spMkLst>
        </pc:spChg>
        <pc:graphicFrameChg chg="modGraphic">
          <ac:chgData name="Ashutosh Dixit" userId="ab6c3e37-306d-4503-aec7-51ddf0a52e19" providerId="ADAL" clId="{1B01D6BE-C5B3-5E1A-B22F-D7D7CA513B36}" dt="2026-09-02T07:19:10.290" v="1337" actId="403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addSp delSp modSp mod">
        <pc:chgData name="Ashutosh Dixit" userId="ab6c3e37-306d-4503-aec7-51ddf0a52e19" providerId="ADAL" clId="{1B01D6BE-C5B3-5E1A-B22F-D7D7CA513B36}" dt="2026-09-02T07:19:21.172" v="1341" actId="403"/>
        <pc:sldMkLst>
          <pc:docMk/>
          <pc:sldMk cId="0" sldId="263"/>
        </pc:sldMkLst>
        <pc:spChg chg="del">
          <ac:chgData name="Ashutosh Dixit" userId="ab6c3e37-306d-4503-aec7-51ddf0a52e19" providerId="ADAL" clId="{1B01D6BE-C5B3-5E1A-B22F-D7D7CA513B36}" dt="2026-09-02T00:05:20.345" v="1188" actId="478"/>
          <ac:spMkLst>
            <pc:docMk/>
            <pc:sldMk cId="0" sldId="263"/>
            <ac:spMk id="7" creationId="{00000000-0000-0000-0000-000000000000}"/>
          </ac:spMkLst>
        </pc:spChg>
        <pc:spChg chg="add del mod">
          <ac:chgData name="Ashutosh Dixit" userId="ab6c3e37-306d-4503-aec7-51ddf0a52e19" providerId="ADAL" clId="{1B01D6BE-C5B3-5E1A-B22F-D7D7CA513B36}" dt="2026-09-02T00:02:22.212" v="910" actId="478"/>
          <ac:spMkLst>
            <pc:docMk/>
            <pc:sldMk cId="0" sldId="263"/>
            <ac:spMk id="10" creationId="{55904844-CF66-E691-76D8-4D550F61249C}"/>
          </ac:spMkLst>
        </pc:spChg>
        <pc:graphicFrameChg chg="mod modGraphic">
          <ac:chgData name="Ashutosh Dixit" userId="ab6c3e37-306d-4503-aec7-51ddf0a52e19" providerId="ADAL" clId="{1B01D6BE-C5B3-5E1A-B22F-D7D7CA513B36}" dt="2026-09-02T07:19:21.172" v="1341" actId="403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addSp delSp modSp mod">
        <pc:chgData name="Ashutosh Dixit" userId="ab6c3e37-306d-4503-aec7-51ddf0a52e19" providerId="ADAL" clId="{1B01D6BE-C5B3-5E1A-B22F-D7D7CA513B36}" dt="2026-09-02T07:19:29.812" v="1345" actId="403"/>
        <pc:sldMkLst>
          <pc:docMk/>
          <pc:sldMk cId="0" sldId="264"/>
        </pc:sldMkLst>
        <pc:spChg chg="add del mod">
          <ac:chgData name="Ashutosh Dixit" userId="ab6c3e37-306d-4503-aec7-51ddf0a52e19" providerId="ADAL" clId="{1B01D6BE-C5B3-5E1A-B22F-D7D7CA513B36}" dt="2026-09-02T00:04:35.210" v="1135" actId="478"/>
          <ac:spMkLst>
            <pc:docMk/>
            <pc:sldMk cId="0" sldId="264"/>
            <ac:spMk id="6" creationId="{6E72EB07-2E1E-3070-6505-A870C0673CBF}"/>
          </ac:spMkLst>
        </pc:spChg>
        <pc:spChg chg="del">
          <ac:chgData name="Ashutosh Dixit" userId="ab6c3e37-306d-4503-aec7-51ddf0a52e19" providerId="ADAL" clId="{1B01D6BE-C5B3-5E1A-B22F-D7D7CA513B36}" dt="2026-09-02T00:05:17.154" v="1187" actId="478"/>
          <ac:spMkLst>
            <pc:docMk/>
            <pc:sldMk cId="0" sldId="264"/>
            <ac:spMk id="7" creationId="{00000000-0000-0000-0000-000000000000}"/>
          </ac:spMkLst>
        </pc:spChg>
        <pc:graphicFrameChg chg="modGraphic">
          <ac:chgData name="Ashutosh Dixit" userId="ab6c3e37-306d-4503-aec7-51ddf0a52e19" providerId="ADAL" clId="{1B01D6BE-C5B3-5E1A-B22F-D7D7CA513B36}" dt="2026-09-02T07:19:29.812" v="1345" actId="403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addSp delSp modSp mod">
        <pc:chgData name="Ashutosh Dixit" userId="ab6c3e37-306d-4503-aec7-51ddf0a52e19" providerId="ADAL" clId="{1B01D6BE-C5B3-5E1A-B22F-D7D7CA513B36}" dt="2026-09-02T07:19:34.062" v="1349" actId="403"/>
        <pc:sldMkLst>
          <pc:docMk/>
          <pc:sldMk cId="0" sldId="265"/>
        </pc:sldMkLst>
        <pc:spChg chg="add del mod">
          <ac:chgData name="Ashutosh Dixit" userId="ab6c3e37-306d-4503-aec7-51ddf0a52e19" providerId="ADAL" clId="{1B01D6BE-C5B3-5E1A-B22F-D7D7CA513B36}" dt="2026-09-02T00:06:07.041" v="1196" actId="478"/>
          <ac:spMkLst>
            <pc:docMk/>
            <pc:sldMk cId="0" sldId="265"/>
            <ac:spMk id="6" creationId="{B2E302EA-F7EB-0124-BE91-5CCA0CE73D9C}"/>
          </ac:spMkLst>
        </pc:spChg>
        <pc:spChg chg="del">
          <ac:chgData name="Ashutosh Dixit" userId="ab6c3e37-306d-4503-aec7-51ddf0a52e19" providerId="ADAL" clId="{1B01D6BE-C5B3-5E1A-B22F-D7D7CA513B36}" dt="2026-09-02T00:05:14.160" v="1186" actId="478"/>
          <ac:spMkLst>
            <pc:docMk/>
            <pc:sldMk cId="0" sldId="265"/>
            <ac:spMk id="7" creationId="{00000000-0000-0000-0000-000000000000}"/>
          </ac:spMkLst>
        </pc:spChg>
        <pc:graphicFrameChg chg="mod modGraphic">
          <ac:chgData name="Ashutosh Dixit" userId="ab6c3e37-306d-4503-aec7-51ddf0a52e19" providerId="ADAL" clId="{1B01D6BE-C5B3-5E1A-B22F-D7D7CA513B36}" dt="2026-09-02T07:19:34.062" v="1349" actId="403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delSp modSp mod">
        <pc:chgData name="Ashutosh Dixit" userId="ab6c3e37-306d-4503-aec7-51ddf0a52e19" providerId="ADAL" clId="{1B01D6BE-C5B3-5E1A-B22F-D7D7CA513B36}" dt="2026-09-02T07:19:42.602" v="1353" actId="404"/>
        <pc:sldMkLst>
          <pc:docMk/>
          <pc:sldMk cId="0" sldId="266"/>
        </pc:sldMkLst>
        <pc:spChg chg="del">
          <ac:chgData name="Ashutosh Dixit" userId="ab6c3e37-306d-4503-aec7-51ddf0a52e19" providerId="ADAL" clId="{1B01D6BE-C5B3-5E1A-B22F-D7D7CA513B36}" dt="2026-09-02T00:06:19.752" v="1197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9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18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21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30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33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35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42.602" v="1353" actId="404"/>
          <ac:spMkLst>
            <pc:docMk/>
            <pc:sldMk cId="0" sldId="266"/>
            <ac:spMk id="37" creationId="{00000000-0000-0000-0000-000000000000}"/>
          </ac:spMkLst>
        </pc:spChg>
      </pc:sldChg>
      <pc:sldChg chg="delSp modSp mod">
        <pc:chgData name="Ashutosh Dixit" userId="ab6c3e37-306d-4503-aec7-51ddf0a52e19" providerId="ADAL" clId="{1B01D6BE-C5B3-5E1A-B22F-D7D7CA513B36}" dt="2026-09-02T07:20:08.397" v="1373" actId="20577"/>
        <pc:sldMkLst>
          <pc:docMk/>
          <pc:sldMk cId="0" sldId="267"/>
        </pc:sldMkLst>
        <pc:spChg chg="mod">
          <ac:chgData name="Ashutosh Dixit" userId="ab6c3e37-306d-4503-aec7-51ddf0a52e19" providerId="ADAL" clId="{1B01D6BE-C5B3-5E1A-B22F-D7D7CA513B36}" dt="2026-09-02T07:20:08.397" v="1373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4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8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9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22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24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25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28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30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19:54.435" v="1360" actId="404"/>
          <ac:spMkLst>
            <pc:docMk/>
            <pc:sldMk cId="0" sldId="267"/>
            <ac:spMk id="36" creationId="{00000000-0000-0000-0000-000000000000}"/>
          </ac:spMkLst>
        </pc:spChg>
        <pc:spChg chg="del">
          <ac:chgData name="Ashutosh Dixit" userId="ab6c3e37-306d-4503-aec7-51ddf0a52e19" providerId="ADAL" clId="{1B01D6BE-C5B3-5E1A-B22F-D7D7CA513B36}" dt="2026-09-02T00:06:47.338" v="1200" actId="478"/>
          <ac:spMkLst>
            <pc:docMk/>
            <pc:sldMk cId="0" sldId="267"/>
            <ac:spMk id="38" creationId="{00000000-0000-0000-0000-000000000000}"/>
          </ac:spMkLst>
        </pc:spChg>
        <pc:spChg chg="del">
          <ac:chgData name="Ashutosh Dixit" userId="ab6c3e37-306d-4503-aec7-51ddf0a52e19" providerId="ADAL" clId="{1B01D6BE-C5B3-5E1A-B22F-D7D7CA513B36}" dt="2026-09-02T00:06:44.480" v="1199" actId="478"/>
          <ac:spMkLst>
            <pc:docMk/>
            <pc:sldMk cId="0" sldId="267"/>
            <ac:spMk id="39" creationId="{00000000-0000-0000-0000-000000000000}"/>
          </ac:spMkLst>
        </pc:spChg>
        <pc:spChg chg="del">
          <ac:chgData name="Ashutosh Dixit" userId="ab6c3e37-306d-4503-aec7-51ddf0a52e19" providerId="ADAL" clId="{1B01D6BE-C5B3-5E1A-B22F-D7D7CA513B36}" dt="2026-09-02T00:06:41.908" v="1198" actId="478"/>
          <ac:spMkLst>
            <pc:docMk/>
            <pc:sldMk cId="0" sldId="267"/>
            <ac:spMk id="40" creationId="{00000000-0000-0000-0000-000000000000}"/>
          </ac:spMkLst>
        </pc:spChg>
      </pc:sldChg>
      <pc:sldChg chg="del">
        <pc:chgData name="Ashutosh Dixit" userId="ab6c3e37-306d-4503-aec7-51ddf0a52e19" providerId="ADAL" clId="{1B01D6BE-C5B3-5E1A-B22F-D7D7CA513B36}" dt="2026-09-02T00:07:00.374" v="1201" actId="2696"/>
        <pc:sldMkLst>
          <pc:docMk/>
          <pc:sldMk cId="0" sldId="269"/>
        </pc:sldMkLst>
      </pc:sldChg>
      <pc:sldChg chg="del">
        <pc:chgData name="Ashutosh Dixit" userId="ab6c3e37-306d-4503-aec7-51ddf0a52e19" providerId="ADAL" clId="{1B01D6BE-C5B3-5E1A-B22F-D7D7CA513B36}" dt="2026-09-02T00:07:02.458" v="1202" actId="2696"/>
        <pc:sldMkLst>
          <pc:docMk/>
          <pc:sldMk cId="0" sldId="270"/>
        </pc:sldMkLst>
      </pc:sldChg>
      <pc:sldChg chg="modSp mod">
        <pc:chgData name="Ashutosh Dixit" userId="ab6c3e37-306d-4503-aec7-51ddf0a52e19" providerId="ADAL" clId="{1B01D6BE-C5B3-5E1A-B22F-D7D7CA513B36}" dt="2026-09-02T07:20:16.333" v="1377" actId="404"/>
        <pc:sldMkLst>
          <pc:docMk/>
          <pc:sldMk cId="0" sldId="273"/>
        </pc:sldMkLst>
        <pc:spChg chg="mod">
          <ac:chgData name="Ashutosh Dixit" userId="ab6c3e37-306d-4503-aec7-51ddf0a52e19" providerId="ADAL" clId="{1B01D6BE-C5B3-5E1A-B22F-D7D7CA513B36}" dt="2026-09-02T00:07:07.395" v="1203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0:07:14.247" v="1204" actId="20577"/>
          <ac:spMkLst>
            <pc:docMk/>
            <pc:sldMk cId="0" sldId="273"/>
            <ac:spMk id="7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0:07:29.027" v="1206" actId="20577"/>
          <ac:spMkLst>
            <pc:docMk/>
            <pc:sldMk cId="0" sldId="273"/>
            <ac:spMk id="8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20:16.333" v="1377" actId="404"/>
          <ac:spMkLst>
            <pc:docMk/>
            <pc:sldMk cId="0" sldId="273"/>
            <ac:spMk id="10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0:07:35.010" v="1211" actId="20577"/>
          <ac:spMkLst>
            <pc:docMk/>
            <pc:sldMk cId="0" sldId="273"/>
            <ac:spMk id="15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20:16.333" v="1377" actId="404"/>
          <ac:spMkLst>
            <pc:docMk/>
            <pc:sldMk cId="0" sldId="273"/>
            <ac:spMk id="17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0:07:42.412" v="1218" actId="20577"/>
          <ac:spMkLst>
            <pc:docMk/>
            <pc:sldMk cId="0" sldId="273"/>
            <ac:spMk id="22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9-02T07:20:16.333" v="1377" actId="404"/>
          <ac:spMkLst>
            <pc:docMk/>
            <pc:sldMk cId="0" sldId="273"/>
            <ac:spMk id="24" creationId="{00000000-0000-0000-0000-000000000000}"/>
          </ac:spMkLst>
        </pc:spChg>
      </pc:sldChg>
      <pc:sldChg chg="modSp mod">
        <pc:chgData name="Ashutosh Dixit" userId="ab6c3e37-306d-4503-aec7-51ddf0a52e19" providerId="ADAL" clId="{1B01D6BE-C5B3-5E1A-B22F-D7D7CA513B36}" dt="2026-09-02T00:09:51.248" v="1303" actId="20577"/>
        <pc:sldMkLst>
          <pc:docMk/>
          <pc:sldMk cId="0" sldId="274"/>
        </pc:sldMkLst>
        <pc:spChg chg="mod">
          <ac:chgData name="Ashutosh Dixit" userId="ab6c3e37-306d-4503-aec7-51ddf0a52e19" providerId="ADAL" clId="{1B01D6BE-C5B3-5E1A-B22F-D7D7CA513B36}" dt="2026-09-02T00:09:51.248" v="1303" actId="20577"/>
          <ac:spMkLst>
            <pc:docMk/>
            <pc:sldMk cId="0" sldId="274"/>
            <ac:spMk id="22" creationId="{00000000-0000-0000-0000-000000000000}"/>
          </ac:spMkLst>
        </pc:spChg>
      </pc:sldChg>
      <pc:sldChg chg="addSp delSp modSp mod">
        <pc:chgData name="Ashutosh Dixit" userId="ab6c3e37-306d-4503-aec7-51ddf0a52e19" providerId="ADAL" clId="{1B01D6BE-C5B3-5E1A-B22F-D7D7CA513B36}" dt="2026-08-24T11:17:38.931" v="105" actId="20577"/>
        <pc:sldMkLst>
          <pc:docMk/>
          <pc:sldMk cId="4186721791" sldId="275"/>
        </pc:sldMkLst>
        <pc:spChg chg="mod">
          <ac:chgData name="Ashutosh Dixit" userId="ab6c3e37-306d-4503-aec7-51ddf0a52e19" providerId="ADAL" clId="{1B01D6BE-C5B3-5E1A-B22F-D7D7CA513B36}" dt="2026-08-24T11:17:38.931" v="105" actId="20577"/>
          <ac:spMkLst>
            <pc:docMk/>
            <pc:sldMk cId="4186721791" sldId="275"/>
            <ac:spMk id="38" creationId="{3D70CCCB-7C96-F388-9C35-CB4C77A8BC36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40" creationId="{8120EAF0-E264-BB5E-D662-C6B1D96E2B51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41" creationId="{3884CE2A-FC31-9CDD-F1AD-A2563367B97F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48" creationId="{6F46F970-7876-4563-3628-319FB8029121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53" creationId="{21296962-1F2E-0920-1506-3C7322F112AB}"/>
          </ac:spMkLst>
        </pc:spChg>
        <pc:spChg chg="mod">
          <ac:chgData name="Ashutosh Dixit" userId="ab6c3e37-306d-4503-aec7-51ddf0a52e19" providerId="ADAL" clId="{1B01D6BE-C5B3-5E1A-B22F-D7D7CA513B36}" dt="2026-08-24T03:29:17.309" v="56"/>
          <ac:spMkLst>
            <pc:docMk/>
            <pc:sldMk cId="4186721791" sldId="275"/>
            <ac:spMk id="54" creationId="{8767713C-30A9-33BC-2EA3-7EDF5F7CD9AA}"/>
          </ac:spMkLst>
        </pc:spChg>
        <pc:spChg chg="mod">
          <ac:chgData name="Ashutosh Dixit" userId="ab6c3e37-306d-4503-aec7-51ddf0a52e19" providerId="ADAL" clId="{1B01D6BE-C5B3-5E1A-B22F-D7D7CA513B36}" dt="2026-08-24T04:22:04.015" v="92" actId="1076"/>
          <ac:spMkLst>
            <pc:docMk/>
            <pc:sldMk cId="4186721791" sldId="275"/>
            <ac:spMk id="55" creationId="{364E7422-2CAF-4120-D22F-D439D8299718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57" creationId="{F2E47D67-65AA-3CE9-D4B6-F3A12708F136}"/>
          </ac:spMkLst>
        </pc:spChg>
        <pc:spChg chg="mod">
          <ac:chgData name="Ashutosh Dixit" userId="ab6c3e37-306d-4503-aec7-51ddf0a52e19" providerId="ADAL" clId="{1B01D6BE-C5B3-5E1A-B22F-D7D7CA513B36}" dt="2026-08-24T11:02:49.717" v="95"/>
          <ac:spMkLst>
            <pc:docMk/>
            <pc:sldMk cId="4186721791" sldId="275"/>
            <ac:spMk id="58" creationId="{A56DD895-3E0F-C31F-894F-CA5A9A6EB5DE}"/>
          </ac:spMkLst>
        </pc:spChg>
        <pc:spChg chg="mod">
          <ac:chgData name="Ashutosh Dixit" userId="ab6c3e37-306d-4503-aec7-51ddf0a52e19" providerId="ADAL" clId="{1B01D6BE-C5B3-5E1A-B22F-D7D7CA513B36}" dt="2026-08-24T04:22:04.015" v="92" actId="1076"/>
          <ac:spMkLst>
            <pc:docMk/>
            <pc:sldMk cId="4186721791" sldId="275"/>
            <ac:spMk id="59" creationId="{B3C282CE-CFB8-169D-1CE7-4029AAA7B423}"/>
          </ac:spMkLst>
        </pc:spChg>
        <pc:spChg chg="mod">
          <ac:chgData name="Ashutosh Dixit" userId="ab6c3e37-306d-4503-aec7-51ddf0a52e19" providerId="ADAL" clId="{1B01D6BE-C5B3-5E1A-B22F-D7D7CA513B36}" dt="2026-08-24T03:29:27.548" v="57"/>
          <ac:spMkLst>
            <pc:docMk/>
            <pc:sldMk cId="4186721791" sldId="275"/>
            <ac:spMk id="61" creationId="{8F88C600-F827-9556-EEC6-41A360C7980B}"/>
          </ac:spMkLst>
        </pc:spChg>
        <pc:spChg chg="mod">
          <ac:chgData name="Ashutosh Dixit" userId="ab6c3e37-306d-4503-aec7-51ddf0a52e19" providerId="ADAL" clId="{1B01D6BE-C5B3-5E1A-B22F-D7D7CA513B36}" dt="2026-08-24T03:29:29.096" v="58" actId="121"/>
          <ac:spMkLst>
            <pc:docMk/>
            <pc:sldMk cId="4186721791" sldId="275"/>
            <ac:spMk id="62" creationId="{687B80E2-566B-99F8-8EC9-A1086F0DBAE7}"/>
          </ac:spMkLst>
        </pc:spChg>
        <pc:spChg chg="mod">
          <ac:chgData name="Ashutosh Dixit" userId="ab6c3e37-306d-4503-aec7-51ddf0a52e19" providerId="ADAL" clId="{1B01D6BE-C5B3-5E1A-B22F-D7D7CA513B36}" dt="2026-08-24T03:31:26.768" v="88" actId="1076"/>
          <ac:spMkLst>
            <pc:docMk/>
            <pc:sldMk cId="4186721791" sldId="275"/>
            <ac:spMk id="63" creationId="{789C5F48-0CE7-9161-770D-C4F2202ACD24}"/>
          </ac:spMkLst>
        </pc:spChg>
        <pc:spChg chg="mod topLvl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65" creationId="{BC5270C6-4F33-76C4-CC66-C8AD6E25B347}"/>
          </ac:spMkLst>
        </pc:spChg>
        <pc:spChg chg="add del mod topLvl">
          <ac:chgData name="Ashutosh Dixit" userId="ab6c3e37-306d-4503-aec7-51ddf0a52e19" providerId="ADAL" clId="{1B01D6BE-C5B3-5E1A-B22F-D7D7CA513B36}" dt="2026-08-24T08:54:52.548" v="93" actId="313"/>
          <ac:spMkLst>
            <pc:docMk/>
            <pc:sldMk cId="4186721791" sldId="275"/>
            <ac:spMk id="66" creationId="{3A0845A3-30F3-5583-6934-F3586B1C7B8C}"/>
          </ac:spMkLst>
        </pc:spChg>
        <pc:spChg chg="add del mod">
          <ac:chgData name="Ashutosh Dixit" userId="ab6c3e37-306d-4503-aec7-51ddf0a52e19" providerId="ADAL" clId="{1B01D6BE-C5B3-5E1A-B22F-D7D7CA513B36}" dt="2026-08-24T03:31:22.994" v="87" actId="1076"/>
          <ac:spMkLst>
            <pc:docMk/>
            <pc:sldMk cId="4186721791" sldId="275"/>
            <ac:spMk id="67" creationId="{1961FF34-046A-3D74-92BC-D218950B7AB9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75" creationId="{F525FA00-CEA2-226A-5B8B-91A147D7AB4C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79" creationId="{112246AF-3051-EB14-8202-CB9BC0EA8FAD}"/>
          </ac:spMkLst>
        </pc:spChg>
        <pc:spChg chg="mod">
          <ac:chgData name="Ashutosh Dixit" userId="ab6c3e37-306d-4503-aec7-51ddf0a52e19" providerId="ADAL" clId="{1B01D6BE-C5B3-5E1A-B22F-D7D7CA513B36}" dt="2026-08-24T03:30:19.363" v="80" actId="14100"/>
          <ac:spMkLst>
            <pc:docMk/>
            <pc:sldMk cId="4186721791" sldId="275"/>
            <ac:spMk id="99" creationId="{8B7275CA-32B0-509C-00ED-DC8DC53C4108}"/>
          </ac:spMkLst>
        </pc:spChg>
        <pc:spChg chg="add mod">
          <ac:chgData name="Ashutosh Dixit" userId="ab6c3e37-306d-4503-aec7-51ddf0a52e19" providerId="ADAL" clId="{1B01D6BE-C5B3-5E1A-B22F-D7D7CA513B36}" dt="2026-08-24T03:30:37.107" v="85" actId="1076"/>
          <ac:spMkLst>
            <pc:docMk/>
            <pc:sldMk cId="4186721791" sldId="275"/>
            <ac:spMk id="103" creationId="{D70FDE95-3BAE-AE82-ED25-D0A8936435A6}"/>
          </ac:spMkLst>
        </pc:spChg>
        <pc:spChg chg="add mod">
          <ac:chgData name="Ashutosh Dixit" userId="ab6c3e37-306d-4503-aec7-51ddf0a52e19" providerId="ADAL" clId="{1B01D6BE-C5B3-5E1A-B22F-D7D7CA513B36}" dt="2026-08-24T03:31:41.804" v="91" actId="122"/>
          <ac:spMkLst>
            <pc:docMk/>
            <pc:sldMk cId="4186721791" sldId="275"/>
            <ac:spMk id="104" creationId="{BFB4B305-05CF-E479-7E36-D6E8CF416F8F}"/>
          </ac:spMkLst>
        </pc:spChg>
        <pc:grpChg chg="mod">
          <ac:chgData name="Ashutosh Dixit" userId="ab6c3e37-306d-4503-aec7-51ddf0a52e19" providerId="ADAL" clId="{1B01D6BE-C5B3-5E1A-B22F-D7D7CA513B36}" dt="2026-08-24T04:22:04.015" v="92" actId="1076"/>
          <ac:grpSpMkLst>
            <pc:docMk/>
            <pc:sldMk cId="4186721791" sldId="275"/>
            <ac:grpSpMk id="52" creationId="{868B4B4A-9E61-5CD9-BF05-0BAECD543363}"/>
          </ac:grpSpMkLst>
        </pc:grpChg>
        <pc:grpChg chg="mod">
          <ac:chgData name="Ashutosh Dixit" userId="ab6c3e37-306d-4503-aec7-51ddf0a52e19" providerId="ADAL" clId="{1B01D6BE-C5B3-5E1A-B22F-D7D7CA513B36}" dt="2026-08-24T04:22:04.015" v="92" actId="1076"/>
          <ac:grpSpMkLst>
            <pc:docMk/>
            <pc:sldMk cId="4186721791" sldId="275"/>
            <ac:grpSpMk id="56" creationId="{FE62DB80-918B-704B-7D49-F92301084E75}"/>
          </ac:grpSpMkLst>
        </pc:grpChg>
        <pc:grpChg chg="mod">
          <ac:chgData name="Ashutosh Dixit" userId="ab6c3e37-306d-4503-aec7-51ddf0a52e19" providerId="ADAL" clId="{1B01D6BE-C5B3-5E1A-B22F-D7D7CA513B36}" dt="2026-08-24T03:29:27.548" v="57"/>
          <ac:grpSpMkLst>
            <pc:docMk/>
            <pc:sldMk cId="4186721791" sldId="275"/>
            <ac:grpSpMk id="60" creationId="{9307B56A-8847-D050-7A44-2A9784EF4E35}"/>
          </ac:grpSpMkLst>
        </pc:grpChg>
        <pc:grpChg chg="add del mod">
          <ac:chgData name="Ashutosh Dixit" userId="ab6c3e37-306d-4503-aec7-51ddf0a52e19" providerId="ADAL" clId="{1B01D6BE-C5B3-5E1A-B22F-D7D7CA513B36}" dt="2026-08-24T03:29:45.133" v="60"/>
          <ac:grpSpMkLst>
            <pc:docMk/>
            <pc:sldMk cId="4186721791" sldId="275"/>
            <ac:grpSpMk id="64" creationId="{93950AB9-EF03-C659-412E-7DA1CF30A70E}"/>
          </ac:grpSpMkLst>
        </pc:grpChg>
      </pc:sldChg>
      <pc:sldChg chg="modSp add mod setBg">
        <pc:chgData name="Ashutosh Dixit" userId="ab6c3e37-306d-4503-aec7-51ddf0a52e19" providerId="ADAL" clId="{1B01D6BE-C5B3-5E1A-B22F-D7D7CA513B36}" dt="2026-08-31T05:47:45.796" v="329" actId="20577"/>
        <pc:sldMkLst>
          <pc:docMk/>
          <pc:sldMk cId="0" sldId="277"/>
        </pc:sldMkLst>
        <pc:spChg chg="mod">
          <ac:chgData name="Ashutosh Dixit" userId="ab6c3e37-306d-4503-aec7-51ddf0a52e19" providerId="ADAL" clId="{1B01D6BE-C5B3-5E1A-B22F-D7D7CA513B36}" dt="2026-08-31T02:24:38.761" v="292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8-31T05:47:26.040" v="303" actId="313"/>
          <ac:spMkLst>
            <pc:docMk/>
            <pc:sldMk cId="0" sldId="277"/>
            <ac:spMk id="6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8-31T05:47:45.796" v="329" actId="20577"/>
          <ac:spMkLst>
            <pc:docMk/>
            <pc:sldMk cId="0" sldId="277"/>
            <ac:spMk id="12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8-31T02:21:25.212" v="256" actId="1076"/>
          <ac:spMkLst>
            <pc:docMk/>
            <pc:sldMk cId="0" sldId="277"/>
            <ac:spMk id="49" creationId="{00000000-0000-0000-0000-000000000000}"/>
          </ac:spMkLst>
        </pc:spChg>
        <pc:spChg chg="mod">
          <ac:chgData name="Ashutosh Dixit" userId="ab6c3e37-306d-4503-aec7-51ddf0a52e19" providerId="ADAL" clId="{1B01D6BE-C5B3-5E1A-B22F-D7D7CA513B36}" dt="2026-08-31T02:21:33.073" v="259" actId="20577"/>
          <ac:spMkLst>
            <pc:docMk/>
            <pc:sldMk cId="0" sldId="277"/>
            <ac:spMk id="62" creationId="{00000000-0000-0000-0000-000000000000}"/>
          </ac:spMkLst>
        </pc:spChg>
      </pc:sldChg>
      <pc:sldChg chg="addSp delSp modSp new del mod ord">
        <pc:chgData name="Ashutosh Dixit" userId="ab6c3e37-306d-4503-aec7-51ddf0a52e19" providerId="ADAL" clId="{1B01D6BE-C5B3-5E1A-B22F-D7D7CA513B36}" dt="2026-09-01T07:07:01.509" v="612" actId="2696"/>
        <pc:sldMkLst>
          <pc:docMk/>
          <pc:sldMk cId="3104136798" sldId="278"/>
        </pc:sldMkLst>
        <pc:spChg chg="add mod">
          <ac:chgData name="Ashutosh Dixit" userId="ab6c3e37-306d-4503-aec7-51ddf0a52e19" providerId="ADAL" clId="{1B01D6BE-C5B3-5E1A-B22F-D7D7CA513B36}" dt="2026-09-01T07:05:08.213" v="581" actId="313"/>
          <ac:spMkLst>
            <pc:docMk/>
            <pc:sldMk cId="3104136798" sldId="278"/>
            <ac:spMk id="2" creationId="{B4943098-1127-DADB-E6A7-895A05AEA554}"/>
          </ac:spMkLst>
        </pc:spChg>
        <pc:spChg chg="add del mod">
          <ac:chgData name="Ashutosh Dixit" userId="ab6c3e37-306d-4503-aec7-51ddf0a52e19" providerId="ADAL" clId="{1B01D6BE-C5B3-5E1A-B22F-D7D7CA513B36}" dt="2026-09-01T07:03:58.628" v="524" actId="478"/>
          <ac:spMkLst>
            <pc:docMk/>
            <pc:sldMk cId="3104136798" sldId="278"/>
            <ac:spMk id="3" creationId="{70B4612A-ACD3-C113-FBE3-552643220617}"/>
          </ac:spMkLst>
        </pc:spChg>
        <pc:spChg chg="add del mod">
          <ac:chgData name="Ashutosh Dixit" userId="ab6c3e37-306d-4503-aec7-51ddf0a52e19" providerId="ADAL" clId="{1B01D6BE-C5B3-5E1A-B22F-D7D7CA513B36}" dt="2026-09-01T07:04:01.611" v="525" actId="478"/>
          <ac:spMkLst>
            <pc:docMk/>
            <pc:sldMk cId="3104136798" sldId="278"/>
            <ac:spMk id="5" creationId="{4E85FD51-BB12-5E0D-23A5-BF8183FD5F88}"/>
          </ac:spMkLst>
        </pc:spChg>
        <pc:spChg chg="add mod">
          <ac:chgData name="Ashutosh Dixit" userId="ab6c3e37-306d-4503-aec7-51ddf0a52e19" providerId="ADAL" clId="{1B01D6BE-C5B3-5E1A-B22F-D7D7CA513B36}" dt="2026-09-01T07:04:07.148" v="535" actId="20577"/>
          <ac:spMkLst>
            <pc:docMk/>
            <pc:sldMk cId="3104136798" sldId="278"/>
            <ac:spMk id="6" creationId="{ACCB2B38-42D5-DEEB-7778-AE898309AFE6}"/>
          </ac:spMkLst>
        </pc:spChg>
        <pc:spChg chg="add mod">
          <ac:chgData name="Ashutosh Dixit" userId="ab6c3e37-306d-4503-aec7-51ddf0a52e19" providerId="ADAL" clId="{1B01D6BE-C5B3-5E1A-B22F-D7D7CA513B36}" dt="2026-09-01T07:04:12.753" v="547" actId="20577"/>
          <ac:spMkLst>
            <pc:docMk/>
            <pc:sldMk cId="3104136798" sldId="278"/>
            <ac:spMk id="7" creationId="{752FB936-8E89-5462-F660-6B6F45E74574}"/>
          </ac:spMkLst>
        </pc:spChg>
        <pc:spChg chg="add mod">
          <ac:chgData name="Ashutosh Dixit" userId="ab6c3e37-306d-4503-aec7-51ddf0a52e19" providerId="ADAL" clId="{1B01D6BE-C5B3-5E1A-B22F-D7D7CA513B36}" dt="2026-09-01T07:04:31.962" v="573" actId="404"/>
          <ac:spMkLst>
            <pc:docMk/>
            <pc:sldMk cId="3104136798" sldId="278"/>
            <ac:spMk id="8" creationId="{4C4B428A-C7F1-83F0-FB66-99CE9C7498B4}"/>
          </ac:spMkLst>
        </pc:spChg>
        <pc:spChg chg="add mod">
          <ac:chgData name="Ashutosh Dixit" userId="ab6c3e37-306d-4503-aec7-51ddf0a52e19" providerId="ADAL" clId="{1B01D6BE-C5B3-5E1A-B22F-D7D7CA513B36}" dt="2026-09-01T07:05:02.491" v="580" actId="14100"/>
          <ac:spMkLst>
            <pc:docMk/>
            <pc:sldMk cId="3104136798" sldId="278"/>
            <ac:spMk id="17" creationId="{E1FCC10B-3CF6-D893-FDD8-8D71A642C3CE}"/>
          </ac:spMkLst>
        </pc:spChg>
        <pc:cxnChg chg="add">
          <ac:chgData name="Ashutosh Dixit" userId="ab6c3e37-306d-4503-aec7-51ddf0a52e19" providerId="ADAL" clId="{1B01D6BE-C5B3-5E1A-B22F-D7D7CA513B36}" dt="2026-09-01T07:04:41.074" v="575" actId="11529"/>
          <ac:cxnSpMkLst>
            <pc:docMk/>
            <pc:sldMk cId="3104136798" sldId="278"/>
            <ac:cxnSpMk id="10" creationId="{5339917A-7ECF-071E-90A0-205DE3004AA6}"/>
          </ac:cxnSpMkLst>
        </pc:cxnChg>
        <pc:cxnChg chg="add">
          <ac:chgData name="Ashutosh Dixit" userId="ab6c3e37-306d-4503-aec7-51ddf0a52e19" providerId="ADAL" clId="{1B01D6BE-C5B3-5E1A-B22F-D7D7CA513B36}" dt="2026-09-01T07:04:45.292" v="576" actId="11529"/>
          <ac:cxnSpMkLst>
            <pc:docMk/>
            <pc:sldMk cId="3104136798" sldId="278"/>
            <ac:cxnSpMk id="12" creationId="{EBCB7627-723E-9EAE-E06E-D89F8A43EC98}"/>
          </ac:cxnSpMkLst>
        </pc:cxnChg>
        <pc:cxnChg chg="add">
          <ac:chgData name="Ashutosh Dixit" userId="ab6c3e37-306d-4503-aec7-51ddf0a52e19" providerId="ADAL" clId="{1B01D6BE-C5B3-5E1A-B22F-D7D7CA513B36}" dt="2026-09-01T07:04:48.084" v="577" actId="11529"/>
          <ac:cxnSpMkLst>
            <pc:docMk/>
            <pc:sldMk cId="3104136798" sldId="278"/>
            <ac:cxnSpMk id="14" creationId="{8DAACFD6-1070-F213-0721-A2E4143A4D5A}"/>
          </ac:cxnSpMkLst>
        </pc:cxnChg>
        <pc:cxnChg chg="add">
          <ac:chgData name="Ashutosh Dixit" userId="ab6c3e37-306d-4503-aec7-51ddf0a52e19" providerId="ADAL" clId="{1B01D6BE-C5B3-5E1A-B22F-D7D7CA513B36}" dt="2026-09-01T07:04:51.397" v="578" actId="11529"/>
          <ac:cxnSpMkLst>
            <pc:docMk/>
            <pc:sldMk cId="3104136798" sldId="278"/>
            <ac:cxnSpMk id="16" creationId="{36A648C3-BB43-7896-315B-060311122513}"/>
          </ac:cxnSpMkLst>
        </pc:cxnChg>
      </pc:sldChg>
    </pc:docChg>
  </pc:docChgLst>
  <pc:docChgLst>
    <pc:chgData name="Umesh Kempadasiah" userId="S::umesh.10747474@ltimindtree.com::77f88c54-a4a9-4d10-83d9-769c863101b5" providerId="AD" clId="Web-{C584E53D-18C0-8BDC-AA63-C45EAFCB1D14}"/>
    <pc:docChg chg="modSld">
      <pc:chgData name="Umesh Kempadasiah" userId="S::umesh.10747474@ltimindtree.com::77f88c54-a4a9-4d10-83d9-769c863101b5" providerId="AD" clId="Web-{C584E53D-18C0-8BDC-AA63-C45EAFCB1D14}" dt="2026-09-02T05:24:08.596" v="21"/>
      <pc:docMkLst>
        <pc:docMk/>
      </pc:docMkLst>
      <pc:sldChg chg="modSp">
        <pc:chgData name="Umesh Kempadasiah" userId="S::umesh.10747474@ltimindtree.com::77f88c54-a4a9-4d10-83d9-769c863101b5" providerId="AD" clId="Web-{C584E53D-18C0-8BDC-AA63-C45EAFCB1D14}" dt="2026-09-02T05:24:08.596" v="21"/>
        <pc:sldMkLst>
          <pc:docMk/>
          <pc:sldMk cId="0" sldId="262"/>
        </pc:sldMkLst>
        <pc:graphicFrameChg chg="mod modGraphic">
          <ac:chgData name="Umesh Kempadasiah" userId="S::umesh.10747474@ltimindtree.com::77f88c54-a4a9-4d10-83d9-769c863101b5" providerId="AD" clId="Web-{C584E53D-18C0-8BDC-AA63-C45EAFCB1D14}" dt="2026-09-02T05:24:08.596" v="21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">
        <pc:chgData name="Umesh Kempadasiah" userId="S::umesh.10747474@ltimindtree.com::77f88c54-a4a9-4d10-83d9-769c863101b5" providerId="AD" clId="Web-{C584E53D-18C0-8BDC-AA63-C45EAFCB1D14}" dt="2026-09-02T05:20:38.017" v="3" actId="20577"/>
        <pc:sldMkLst>
          <pc:docMk/>
          <pc:sldMk cId="4186721791" sldId="275"/>
        </pc:sldMkLst>
        <pc:spChg chg="mod">
          <ac:chgData name="Umesh Kempadasiah" userId="S::umesh.10747474@ltimindtree.com::77f88c54-a4a9-4d10-83d9-769c863101b5" providerId="AD" clId="Web-{C584E53D-18C0-8BDC-AA63-C45EAFCB1D14}" dt="2026-09-02T05:20:38.017" v="3" actId="20577"/>
          <ac:spMkLst>
            <pc:docMk/>
            <pc:sldMk cId="4186721791" sldId="275"/>
            <ac:spMk id="65" creationId="{BC5270C6-4F33-76C4-CC66-C8AD6E25B3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653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frame: this is the response to the pillar review feedback, rebuilt around the CIO and around LTM's spearhead model. Ask for decisions at the end, not agreement slide by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accountability slide. Read it as: you raised eleven things, here are eleven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philosophical centre of the pack. Every design decision downstream follows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DEA5D-E3B1-D90A-4814-88FFB003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86F6D9-AD37-DC8F-A3A8-BC4167279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36102-8147-EA23-5AFC-ED072FA5E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'where does advisory sit' question before it gets asked.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576B5-AE2F-7237-8655-06868917BB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67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balance: 5/4/5/5. No pillar is a dumping ground any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01. The red column is the point — walk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02. The red column is the point — walk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03. The red column is the point — walk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04. The red column is the point — walk it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accelerators are lead generation, not giveaways. Frame the economics that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Legal action on trademarks as an immediate ask. And be honest that only two accelerators exist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Wave 1 is deliberately small and deliverable. Credibility comes from launching five things well, not nineteen badly.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in the room: these are the claims, and we need real credentials behind each before we take them to a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BFBCC7E-79E1-38C8-05C1-5C50D1C5B9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2116" y="6456082"/>
            <a:ext cx="545353" cy="15314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E8452C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5B3E96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INFRASTRUCTURE SERVICES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Tech Advisory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construct, portfolio and business case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4937760" cy="10973"/>
          </a:xfrm>
          <a:prstGeom prst="rect">
            <a:avLst/>
          </a:prstGeom>
          <a:solidFill>
            <a:srgbClr val="3A3F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Review · August 2026 · v4 Working Draft</a:t>
            </a:r>
            <a:endParaRPr lang="en-US" sz="130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4E9E91D-E06D-E9A5-672E-CC83C2C688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591820"/>
            <a:ext cx="3076864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concern raised, and what changed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01008"/>
              </p:ext>
            </p:extLst>
          </p:nvPr>
        </p:nvGraphicFramePr>
        <p:xfrm>
          <a:off x="548640" y="1417320"/>
          <a:ext cx="11064240" cy="4169664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 RAISED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ADDRESSED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Offerings not aligned to CIO need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around the CIO's decision agenda; every offering states the CIO question it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complete suite for a top-tier advisor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Offerings across— resilience, IT economics, M&amp;A, sustainability, sovereignty and AI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 structures lack a 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pillar now has a defined CIO question, scope boundary and declared seams to other pillars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IT Strategy too narrow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carries strategy, operating model, economics, resilience, M&amp;A and energy — the full estate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BCDR / MVC / Automated DR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Resilience, Continuity &amp; Minimum Viable Company — a full offering, MVC as the anchoring construct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Performance Modernization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Application &amp; Workload Modernization with explicit performance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Optimisation / IT Economics (non-cloud)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Economics &amp; Cost Transformation — TBM, run-cost take-out, SaaS spend, zero-based budgeting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CIS Tech Advisory → Infra Tech Advisory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Renamed throughout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accelerators in Enterprise IT space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Branded accelerators, 6 anchoring Enterprise IT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Debt is an accelerator, not an offering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Debt Diagnostic is now an accelerator feeding the IT Economics offering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and protect our accelerators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 and Compass families defined, with an IP protection and productisation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CIO 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11460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CIO Priorities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11460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words in every geography. Same conversations.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834640" cy="82296"/>
          </a:xfrm>
          <a:prstGeom prst="rect">
            <a:avLst/>
          </a:prstGeom>
          <a:solidFill>
            <a:srgbClr val="007C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7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&amp; RECOVERY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we bring key services back in under 4 hours with zero data loss when disaster strikes?"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834640" cy="82296"/>
          </a:xfrm>
          <a:prstGeom prst="rect">
            <a:avLst/>
          </a:prstGeom>
          <a:solidFill>
            <a:srgbClr val="007C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1627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07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&amp; AUDIT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 our data inside the right borders — and can we prove it to an auditor in a week, not a quarter?"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834640" cy="82296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627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VALUE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"Are we getting our money's worth from every dollar on infrastructure — and where's the next 20% saving?"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0" y="146304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0" y="1463040"/>
            <a:ext cx="2834640" cy="82296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0" y="16276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966960" y="17190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PLACEMENT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26880" y="2103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"Are our workloads in the right clouds — or are we hosting the wrong things in the wrong place?"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24612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60" y="3246120"/>
            <a:ext cx="2834640" cy="8229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410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88720" y="3502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tech debt is blocking every new initiative — and what's the shortest path to paying it down?"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91840" y="324612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91840" y="3246120"/>
            <a:ext cx="2834640" cy="82296"/>
          </a:xfrm>
          <a:prstGeom prst="rect">
            <a:avLst/>
          </a:prstGeom>
          <a:solidFill>
            <a:srgbClr val="1D3F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0" y="3410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D3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114800" y="3502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7472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do we get real value from AI — with governance the risk committee will sign?"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324612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17920" y="3246120"/>
            <a:ext cx="2834640" cy="82296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00800" y="3410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40880" y="3502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0080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IT's sustainability duty — how do we measure it, and how do we improve it?"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44000" y="3246120"/>
            <a:ext cx="2834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44000" y="3246120"/>
            <a:ext cx="2834640" cy="82296"/>
          </a:xfrm>
          <a:prstGeom prst="rect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326880" y="3410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9966960" y="35021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READINESS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326880" y="38862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"Will we be ready for the next deal — Day 1 to TSA exit — when it lands?"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5029200"/>
            <a:ext cx="3931920" cy="0"/>
          </a:xfrm>
          <a:prstGeom prst="line">
            <a:avLst/>
          </a:prstGeom>
          <a:noFill/>
          <a:ln w="1270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43400" y="49789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QUESTIONS THAT HOLD THE OTHER EIGHT TOGETHER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909560" y="5029200"/>
            <a:ext cx="3931920" cy="0"/>
          </a:xfrm>
          <a:prstGeom prst="line">
            <a:avLst/>
          </a:prstGeom>
          <a:noFill/>
          <a:ln w="1270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65760" y="5257800"/>
            <a:ext cx="571500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65760" y="5257800"/>
            <a:ext cx="109728" cy="1234440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40080" y="5394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1508760" y="545896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ROADMAP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508760" y="57150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is the 3–5 year technology story I take to my board next quarter?"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217920" y="5257800"/>
            <a:ext cx="571500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217920" y="5257800"/>
            <a:ext cx="109728" cy="1234440"/>
          </a:xfrm>
          <a:prstGeom prst="rect">
            <a:avLst/>
          </a:prstGeom>
          <a:solidFill>
            <a:srgbClr val="D35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92240" y="5394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35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7360920" y="545896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360920" y="57150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"With every change and every innovation — is our operating model equipped to bring out the best value?"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65760" y="66019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LTM · An L&amp;T Group Company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86400" y="6601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United Kingdom · United States · Spain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REFRAME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is the spearhead,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destination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is not a pure-play consultancy — and designing the portfolio as if it were would be the single biggest mistake we could make.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232830"/>
          </a:solidFill>
          <a:ln w="9525">
            <a:solidFill>
              <a:srgbClr val="34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3639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A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Pure-play advisory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ends at the recommendation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is the product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over at the decision point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for the thinking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 for the outcome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342900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232830"/>
          </a:solidFill>
          <a:ln w="9525">
            <a:solidFill>
              <a:srgbClr val="34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3639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LTM spearhead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40690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ends at a mobilised program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is the product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through transformation and run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for the thinking and the result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on what it can be held to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0FA09-F0B5-7646-29D3-E6F8D357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FFA3BD-0870-1988-A3E9-731C90E0BB03}"/>
              </a:ext>
            </a:extLst>
          </p:cNvPr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WITH CIS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658333-AB48-BE45-68BF-3EBDB4C7FEF6}"/>
              </a:ext>
            </a:extLst>
          </p:cNvPr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shapes all four layers from inside Layer 1</a:t>
            </a:r>
            <a:endParaRPr lang="en-US" sz="3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40E9B27-CEC0-B84A-462D-4F768F00D42E}"/>
              </a:ext>
            </a:extLst>
          </p:cNvPr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9107F0A-AFD4-B395-435A-EB82E740D008}"/>
              </a:ext>
            </a:extLst>
          </p:cNvPr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E1BD34-7C40-AB67-48F1-535A9094CE83}"/>
              </a:ext>
            </a:extLst>
          </p:cNvPr>
          <p:cNvGrpSpPr/>
          <p:nvPr/>
        </p:nvGrpSpPr>
        <p:grpSpPr>
          <a:xfrm>
            <a:off x="3930047" y="1444752"/>
            <a:ext cx="4389120" cy="4389120"/>
            <a:chOff x="2925935" y="1446837"/>
            <a:chExt cx="3291840" cy="329184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0081EE2-6F8E-FA42-5F5E-14C852592CB3}"/>
                </a:ext>
              </a:extLst>
            </p:cNvPr>
            <p:cNvGrpSpPr/>
            <p:nvPr/>
          </p:nvGrpSpPr>
          <p:grpSpPr>
            <a:xfrm>
              <a:off x="2925935" y="1446837"/>
              <a:ext cx="3291840" cy="3291840"/>
              <a:chOff x="2925935" y="1446837"/>
              <a:chExt cx="3291840" cy="3291840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AFB6711-02D1-59BB-4BE6-6FF20B2C5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2467" y="1446837"/>
                <a:ext cx="1645308" cy="1644506"/>
              </a:xfrm>
              <a:custGeom>
                <a:avLst/>
                <a:gdLst>
                  <a:gd name="connsiteX0" fmla="*/ 1017 w 1645308"/>
                  <a:gd name="connsiteY0" fmla="*/ 0 h 1644506"/>
                  <a:gd name="connsiteX1" fmla="*/ 1645308 w 1645308"/>
                  <a:gd name="connsiteY1" fmla="*/ 1644291 h 1644506"/>
                  <a:gd name="connsiteX2" fmla="*/ 1550049 w 1645308"/>
                  <a:gd name="connsiteY2" fmla="*/ 1644454 h 1644506"/>
                  <a:gd name="connsiteX3" fmla="*/ 1519964 w 1645308"/>
                  <a:gd name="connsiteY3" fmla="*/ 1644506 h 1644506"/>
                  <a:gd name="connsiteX4" fmla="*/ 1511802 w 1645308"/>
                  <a:gd name="connsiteY4" fmla="*/ 1490305 h 1644506"/>
                  <a:gd name="connsiteX5" fmla="*/ 2363 w 1645308"/>
                  <a:gd name="connsiteY5" fmla="*/ 128213 h 1644506"/>
                  <a:gd name="connsiteX6" fmla="*/ 1697 w 1645308"/>
                  <a:gd name="connsiteY6" fmla="*/ 516958 h 1644506"/>
                  <a:gd name="connsiteX7" fmla="*/ 1565 w 1645308"/>
                  <a:gd name="connsiteY7" fmla="*/ 594376 h 1644506"/>
                  <a:gd name="connsiteX8" fmla="*/ 0 w 1645308"/>
                  <a:gd name="connsiteY8" fmla="*/ 594297 h 1644506"/>
                  <a:gd name="connsiteX9" fmla="*/ 86 w 1645308"/>
                  <a:gd name="connsiteY9" fmla="*/ 543676 h 1644506"/>
                  <a:gd name="connsiteX10" fmla="*/ 1017 w 1645308"/>
                  <a:gd name="connsiteY10" fmla="*/ 0 h 164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5308" h="1644506">
                    <a:moveTo>
                      <a:pt x="1017" y="0"/>
                    </a:moveTo>
                    <a:cubicBezTo>
                      <a:pt x="912005" y="2820"/>
                      <a:pt x="1642488" y="733303"/>
                      <a:pt x="1645308" y="1644291"/>
                    </a:cubicBezTo>
                    <a:cubicBezTo>
                      <a:pt x="1645308" y="1644291"/>
                      <a:pt x="1645308" y="1644291"/>
                      <a:pt x="1550049" y="1644454"/>
                    </a:cubicBezTo>
                    <a:lnTo>
                      <a:pt x="1519964" y="1644506"/>
                    </a:lnTo>
                    <a:lnTo>
                      <a:pt x="1511802" y="1490305"/>
                    </a:lnTo>
                    <a:cubicBezTo>
                      <a:pt x="1432504" y="723393"/>
                      <a:pt x="790649" y="130654"/>
                      <a:pt x="2363" y="128213"/>
                    </a:cubicBezTo>
                    <a:cubicBezTo>
                      <a:pt x="2120" y="270739"/>
                      <a:pt x="1898" y="399903"/>
                      <a:pt x="1697" y="516958"/>
                    </a:cubicBezTo>
                    <a:lnTo>
                      <a:pt x="1565" y="594376"/>
                    </a:lnTo>
                    <a:lnTo>
                      <a:pt x="0" y="594297"/>
                    </a:lnTo>
                    <a:lnTo>
                      <a:pt x="86" y="543676"/>
                    </a:lnTo>
                    <a:cubicBezTo>
                      <a:pt x="356" y="386042"/>
                      <a:pt x="665" y="205889"/>
                      <a:pt x="1017" y="0"/>
                    </a:cubicBezTo>
                    <a:close/>
                  </a:path>
                </a:pathLst>
              </a:cu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120EAF0-E264-BB5E-D662-C6B1D96E2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2465" y="3091566"/>
                <a:ext cx="1645310" cy="1647111"/>
              </a:xfrm>
              <a:custGeom>
                <a:avLst/>
                <a:gdLst>
                  <a:gd name="connsiteX0" fmla="*/ 1645310 w 1645310"/>
                  <a:gd name="connsiteY0" fmla="*/ 0 h 1647111"/>
                  <a:gd name="connsiteX1" fmla="*/ 1645310 w 1645310"/>
                  <a:gd name="connsiteY1" fmla="*/ 2820 h 1647111"/>
                  <a:gd name="connsiteX2" fmla="*/ 1019 w 1645310"/>
                  <a:gd name="connsiteY2" fmla="*/ 1647111 h 1647111"/>
                  <a:gd name="connsiteX3" fmla="*/ 103 w 1645310"/>
                  <a:gd name="connsiteY3" fmla="*/ 1112797 h 1647111"/>
                  <a:gd name="connsiteX4" fmla="*/ 0 w 1645310"/>
                  <a:gd name="connsiteY4" fmla="*/ 1052812 h 1647111"/>
                  <a:gd name="connsiteX5" fmla="*/ 1561 w 1645310"/>
                  <a:gd name="connsiteY5" fmla="*/ 1052733 h 1647111"/>
                  <a:gd name="connsiteX6" fmla="*/ 1668 w 1645310"/>
                  <a:gd name="connsiteY6" fmla="*/ 1115479 h 1647111"/>
                  <a:gd name="connsiteX7" fmla="*/ 2365 w 1645310"/>
                  <a:gd name="connsiteY7" fmla="*/ 1521838 h 1647111"/>
                  <a:gd name="connsiteX8" fmla="*/ 1520039 w 1645310"/>
                  <a:gd name="connsiteY8" fmla="*/ 4165 h 1647111"/>
                  <a:gd name="connsiteX9" fmla="*/ 1520039 w 1645310"/>
                  <a:gd name="connsiteY9" fmla="*/ 1562 h 1647111"/>
                  <a:gd name="connsiteX10" fmla="*/ 1131294 w 1645310"/>
                  <a:gd name="connsiteY10" fmla="*/ 2228 h 1647111"/>
                  <a:gd name="connsiteX11" fmla="*/ 1050987 w 1645310"/>
                  <a:gd name="connsiteY11" fmla="*/ 2366 h 1647111"/>
                  <a:gd name="connsiteX12" fmla="*/ 1051042 w 1645310"/>
                  <a:gd name="connsiteY12" fmla="*/ 1190 h 1647111"/>
                  <a:gd name="connsiteX13" fmla="*/ 1051034 w 1645310"/>
                  <a:gd name="connsiteY13" fmla="*/ 1018 h 1647111"/>
                  <a:gd name="connsiteX14" fmla="*/ 1101635 w 1645310"/>
                  <a:gd name="connsiteY14" fmla="*/ 931 h 1647111"/>
                  <a:gd name="connsiteX15" fmla="*/ 1645310 w 1645310"/>
                  <a:gd name="connsiteY15" fmla="*/ 0 h 164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45310" h="1647111">
                    <a:moveTo>
                      <a:pt x="1645310" y="0"/>
                    </a:moveTo>
                    <a:cubicBezTo>
                      <a:pt x="1645310" y="2820"/>
                      <a:pt x="1645310" y="2820"/>
                      <a:pt x="1645310" y="2820"/>
                    </a:cubicBezTo>
                    <a:cubicBezTo>
                      <a:pt x="1645310" y="916629"/>
                      <a:pt x="914828" y="1647111"/>
                      <a:pt x="1019" y="1647111"/>
                    </a:cubicBezTo>
                    <a:cubicBezTo>
                      <a:pt x="1019" y="1647111"/>
                      <a:pt x="1019" y="1647111"/>
                      <a:pt x="103" y="1112797"/>
                    </a:cubicBezTo>
                    <a:lnTo>
                      <a:pt x="0" y="1052812"/>
                    </a:lnTo>
                    <a:lnTo>
                      <a:pt x="1561" y="1052733"/>
                    </a:lnTo>
                    <a:lnTo>
                      <a:pt x="1668" y="1115479"/>
                    </a:lnTo>
                    <a:cubicBezTo>
                      <a:pt x="2365" y="1521838"/>
                      <a:pt x="2365" y="1521838"/>
                      <a:pt x="2365" y="1521838"/>
                    </a:cubicBezTo>
                    <a:cubicBezTo>
                      <a:pt x="845807" y="1521838"/>
                      <a:pt x="1520039" y="847606"/>
                      <a:pt x="1520039" y="4165"/>
                    </a:cubicBezTo>
                    <a:cubicBezTo>
                      <a:pt x="1520039" y="4165"/>
                      <a:pt x="1520039" y="4165"/>
                      <a:pt x="1520039" y="1562"/>
                    </a:cubicBezTo>
                    <a:cubicBezTo>
                      <a:pt x="1377513" y="1806"/>
                      <a:pt x="1248349" y="2028"/>
                      <a:pt x="1131294" y="2228"/>
                    </a:cubicBezTo>
                    <a:lnTo>
                      <a:pt x="1050987" y="2366"/>
                    </a:lnTo>
                    <a:lnTo>
                      <a:pt x="1051042" y="1190"/>
                    </a:lnTo>
                    <a:lnTo>
                      <a:pt x="1051034" y="1018"/>
                    </a:lnTo>
                    <a:lnTo>
                      <a:pt x="1101635" y="931"/>
                    </a:lnTo>
                    <a:cubicBezTo>
                      <a:pt x="1259268" y="661"/>
                      <a:pt x="1439421" y="353"/>
                      <a:pt x="1645310" y="0"/>
                    </a:cubicBezTo>
                    <a:close/>
                  </a:path>
                </a:pathLst>
              </a:custGeom>
              <a:solidFill>
                <a:schemeClr val="accent3">
                  <a:alpha val="6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3884CE2A-FC31-9CDD-F1AD-A2563367B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935" y="3093948"/>
                <a:ext cx="1647111" cy="1644729"/>
              </a:xfrm>
              <a:custGeom>
                <a:avLst/>
                <a:gdLst>
                  <a:gd name="connsiteX0" fmla="*/ 0 w 1647111"/>
                  <a:gd name="connsiteY0" fmla="*/ 0 h 1644729"/>
                  <a:gd name="connsiteX1" fmla="*/ 534315 w 1647111"/>
                  <a:gd name="connsiteY1" fmla="*/ 0 h 1644729"/>
                  <a:gd name="connsiteX2" fmla="*/ 594328 w 1647111"/>
                  <a:gd name="connsiteY2" fmla="*/ 0 h 1644729"/>
                  <a:gd name="connsiteX3" fmla="*/ 594398 w 1647111"/>
                  <a:gd name="connsiteY3" fmla="*/ 1378 h 1644729"/>
                  <a:gd name="connsiteX4" fmla="*/ 534573 w 1647111"/>
                  <a:gd name="connsiteY4" fmla="*/ 1378 h 1644729"/>
                  <a:gd name="connsiteX5" fmla="*/ 128213 w 1647111"/>
                  <a:gd name="connsiteY5" fmla="*/ 1378 h 1644729"/>
                  <a:gd name="connsiteX6" fmla="*/ 1645887 w 1647111"/>
                  <a:gd name="connsiteY6" fmla="*/ 1519456 h 1644729"/>
                  <a:gd name="connsiteX7" fmla="*/ 1646897 w 1647111"/>
                  <a:gd name="connsiteY7" fmla="*/ 1519456 h 1644729"/>
                  <a:gd name="connsiteX8" fmla="*/ 1647111 w 1647111"/>
                  <a:gd name="connsiteY8" fmla="*/ 1644729 h 1644729"/>
                  <a:gd name="connsiteX9" fmla="*/ 1644291 w 1647111"/>
                  <a:gd name="connsiteY9" fmla="*/ 1644729 h 1644729"/>
                  <a:gd name="connsiteX10" fmla="*/ 0 w 1647111"/>
                  <a:gd name="connsiteY10" fmla="*/ 0 h 1644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7111" h="1644729">
                    <a:moveTo>
                      <a:pt x="0" y="0"/>
                    </a:moveTo>
                    <a:cubicBezTo>
                      <a:pt x="0" y="0"/>
                      <a:pt x="0" y="0"/>
                      <a:pt x="534315" y="0"/>
                    </a:cubicBezTo>
                    <a:lnTo>
                      <a:pt x="594328" y="0"/>
                    </a:lnTo>
                    <a:lnTo>
                      <a:pt x="594398" y="1378"/>
                    </a:lnTo>
                    <a:lnTo>
                      <a:pt x="534573" y="1378"/>
                    </a:lnTo>
                    <a:cubicBezTo>
                      <a:pt x="128213" y="1378"/>
                      <a:pt x="128213" y="1378"/>
                      <a:pt x="128213" y="1378"/>
                    </a:cubicBezTo>
                    <a:cubicBezTo>
                      <a:pt x="128213" y="845044"/>
                      <a:pt x="802446" y="1519456"/>
                      <a:pt x="1645887" y="1519456"/>
                    </a:cubicBezTo>
                    <a:lnTo>
                      <a:pt x="1646897" y="1519456"/>
                    </a:lnTo>
                    <a:lnTo>
                      <a:pt x="1647111" y="1644729"/>
                    </a:lnTo>
                    <a:cubicBezTo>
                      <a:pt x="1644291" y="1644729"/>
                      <a:pt x="1644291" y="1644729"/>
                      <a:pt x="1644291" y="1644729"/>
                    </a:cubicBezTo>
                    <a:cubicBezTo>
                      <a:pt x="730483" y="1644729"/>
                      <a:pt x="0" y="914052"/>
                      <a:pt x="0" y="0"/>
                    </a:cubicBezTo>
                    <a:close/>
                  </a:path>
                </a:pathLst>
              </a:custGeom>
              <a:solidFill>
                <a:schemeClr val="accent4">
                  <a:alpha val="6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0839C53D-5184-4A2A-7AD8-D13FC7171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935" y="1446837"/>
                <a:ext cx="1644729" cy="1647111"/>
              </a:xfrm>
              <a:custGeom>
                <a:avLst/>
                <a:gdLst>
                  <a:gd name="connsiteX0" fmla="*/ 1644729 w 1644729"/>
                  <a:gd name="connsiteY0" fmla="*/ 0 h 1647111"/>
                  <a:gd name="connsiteX1" fmla="*/ 1644729 w 1644729"/>
                  <a:gd name="connsiteY1" fmla="*/ 95260 h 1647111"/>
                  <a:gd name="connsiteX2" fmla="*/ 1644729 w 1644729"/>
                  <a:gd name="connsiteY2" fmla="*/ 128296 h 1647111"/>
                  <a:gd name="connsiteX3" fmla="*/ 1490212 w 1644729"/>
                  <a:gd name="connsiteY3" fmla="*/ 136449 h 1647111"/>
                  <a:gd name="connsiteX4" fmla="*/ 135993 w 1644729"/>
                  <a:gd name="connsiteY4" fmla="*/ 1492450 h 1647111"/>
                  <a:gd name="connsiteX5" fmla="*/ 128282 w 1644729"/>
                  <a:gd name="connsiteY5" fmla="*/ 1647111 h 1647111"/>
                  <a:gd name="connsiteX6" fmla="*/ 0 w 1644729"/>
                  <a:gd name="connsiteY6" fmla="*/ 1647111 h 1647111"/>
                  <a:gd name="connsiteX7" fmla="*/ 1644729 w 1644729"/>
                  <a:gd name="connsiteY7" fmla="*/ 0 h 1647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4729" h="1647111">
                    <a:moveTo>
                      <a:pt x="1644729" y="0"/>
                    </a:moveTo>
                    <a:cubicBezTo>
                      <a:pt x="1644729" y="0"/>
                      <a:pt x="1644729" y="0"/>
                      <a:pt x="1644729" y="95260"/>
                    </a:cubicBezTo>
                    <a:lnTo>
                      <a:pt x="1644729" y="128296"/>
                    </a:lnTo>
                    <a:lnTo>
                      <a:pt x="1490212" y="136449"/>
                    </a:lnTo>
                    <a:cubicBezTo>
                      <a:pt x="772242" y="210469"/>
                      <a:pt x="208030" y="774663"/>
                      <a:pt x="135993" y="1492450"/>
                    </a:cubicBezTo>
                    <a:lnTo>
                      <a:pt x="128282" y="1647111"/>
                    </a:lnTo>
                    <a:lnTo>
                      <a:pt x="0" y="1647111"/>
                    </a:lnTo>
                    <a:cubicBezTo>
                      <a:pt x="0" y="733303"/>
                      <a:pt x="730677" y="2820"/>
                      <a:pt x="1644729" y="0"/>
                    </a:cubicBezTo>
                    <a:close/>
                  </a:path>
                </a:pathLst>
              </a:cu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/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ABA470F-3EDE-ACE0-D2F0-E3419DD9AB39}"/>
                  </a:ext>
                </a:extLst>
              </p:cNvPr>
              <p:cNvGrpSpPr/>
              <p:nvPr/>
            </p:nvGrpSpPr>
            <p:grpSpPr>
              <a:xfrm>
                <a:off x="3620879" y="2141781"/>
                <a:ext cx="1901952" cy="1901952"/>
                <a:chOff x="4460875" y="811213"/>
                <a:chExt cx="4387851" cy="4387851"/>
              </a:xfrm>
            </p:grpSpPr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6F46F970-7876-4563-3628-319FB80291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53214" y="811213"/>
                  <a:ext cx="2195512" cy="2195512"/>
                </a:xfrm>
                <a:custGeom>
                  <a:avLst/>
                  <a:gdLst>
                    <a:gd name="T0" fmla="*/ 0 w 584"/>
                    <a:gd name="T1" fmla="*/ 584 h 584"/>
                    <a:gd name="T2" fmla="*/ 584 w 584"/>
                    <a:gd name="T3" fmla="*/ 583 h 584"/>
                    <a:gd name="T4" fmla="*/ 1 w 584"/>
                    <a:gd name="T5" fmla="*/ 0 h 584"/>
                    <a:gd name="T6" fmla="*/ 0 w 584"/>
                    <a:gd name="T7" fmla="*/ 584 h 5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84" h="584">
                      <a:moveTo>
                        <a:pt x="0" y="584"/>
                      </a:moveTo>
                      <a:cubicBezTo>
                        <a:pt x="584" y="583"/>
                        <a:pt x="584" y="583"/>
                        <a:pt x="584" y="583"/>
                      </a:cubicBezTo>
                      <a:cubicBezTo>
                        <a:pt x="583" y="260"/>
                        <a:pt x="324" y="1"/>
                        <a:pt x="1" y="0"/>
                      </a:cubicBezTo>
                      <a:cubicBezTo>
                        <a:pt x="0" y="584"/>
                        <a:pt x="0" y="584"/>
                        <a:pt x="0" y="584"/>
                      </a:cubicBezTo>
                      <a:close/>
                    </a:path>
                  </a:pathLst>
                </a:custGeom>
                <a:solidFill>
                  <a:schemeClr val="accent2">
                    <a:alpha val="60000"/>
                  </a:schemeClr>
                </a:solidFill>
                <a:ln>
                  <a:noFill/>
                </a:ln>
              </p:spPr>
              <p:txBody>
                <a:bodyPr vert="horz" wrap="square" lIns="121920" tIns="60960" rIns="121920" bIns="6096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C6F6BF4F-006C-B2E0-9CAC-84974456AE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53214" y="3003552"/>
                  <a:ext cx="2195512" cy="2195512"/>
                </a:xfrm>
                <a:custGeom>
                  <a:avLst/>
                  <a:gdLst>
                    <a:gd name="T0" fmla="*/ 0 w 584"/>
                    <a:gd name="T1" fmla="*/ 1 h 584"/>
                    <a:gd name="T2" fmla="*/ 1 w 584"/>
                    <a:gd name="T3" fmla="*/ 584 h 584"/>
                    <a:gd name="T4" fmla="*/ 584 w 584"/>
                    <a:gd name="T5" fmla="*/ 1 h 584"/>
                    <a:gd name="T6" fmla="*/ 584 w 584"/>
                    <a:gd name="T7" fmla="*/ 0 h 584"/>
                    <a:gd name="T8" fmla="*/ 0 w 584"/>
                    <a:gd name="T9" fmla="*/ 1 h 5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4" h="584">
                      <a:moveTo>
                        <a:pt x="0" y="1"/>
                      </a:moveTo>
                      <a:cubicBezTo>
                        <a:pt x="1" y="584"/>
                        <a:pt x="1" y="584"/>
                        <a:pt x="1" y="584"/>
                      </a:cubicBezTo>
                      <a:cubicBezTo>
                        <a:pt x="325" y="584"/>
                        <a:pt x="584" y="325"/>
                        <a:pt x="584" y="1"/>
                      </a:cubicBezTo>
                      <a:cubicBezTo>
                        <a:pt x="584" y="1"/>
                        <a:pt x="584" y="1"/>
                        <a:pt x="584" y="0"/>
                      </a:cubicBezTo>
                      <a:cubicBezTo>
                        <a:pt x="0" y="1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>
                    <a:alpha val="60000"/>
                  </a:schemeClr>
                </a:solidFill>
                <a:ln>
                  <a:noFill/>
                </a:ln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DE0B859F-03A3-C078-7670-E0F6371CD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60875" y="3006725"/>
                  <a:ext cx="2195512" cy="2192339"/>
                </a:xfrm>
                <a:custGeom>
                  <a:avLst/>
                  <a:gdLst>
                    <a:gd name="T0" fmla="*/ 583 w 584"/>
                    <a:gd name="T1" fmla="*/ 0 h 583"/>
                    <a:gd name="T2" fmla="*/ 0 w 584"/>
                    <a:gd name="T3" fmla="*/ 0 h 583"/>
                    <a:gd name="T4" fmla="*/ 583 w 584"/>
                    <a:gd name="T5" fmla="*/ 583 h 583"/>
                    <a:gd name="T6" fmla="*/ 584 w 584"/>
                    <a:gd name="T7" fmla="*/ 583 h 583"/>
                    <a:gd name="T8" fmla="*/ 583 w 584"/>
                    <a:gd name="T9" fmla="*/ 0 h 5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4" h="583">
                      <a:moveTo>
                        <a:pt x="58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24"/>
                        <a:pt x="259" y="583"/>
                        <a:pt x="583" y="583"/>
                      </a:cubicBezTo>
                      <a:cubicBezTo>
                        <a:pt x="583" y="583"/>
                        <a:pt x="583" y="583"/>
                        <a:pt x="584" y="583"/>
                      </a:cubicBezTo>
                      <a:cubicBezTo>
                        <a:pt x="583" y="0"/>
                        <a:pt x="583" y="0"/>
                        <a:pt x="583" y="0"/>
                      </a:cubicBezTo>
                      <a:close/>
                    </a:path>
                  </a:pathLst>
                </a:custGeom>
                <a:solidFill>
                  <a:schemeClr val="accent4">
                    <a:alpha val="60000"/>
                  </a:schemeClr>
                </a:solidFill>
                <a:ln>
                  <a:noFill/>
                </a:ln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  <p:sp>
              <p:nvSpPr>
                <p:cNvPr id="51" name="Freeform 58">
                  <a:extLst>
                    <a:ext uri="{FF2B5EF4-FFF2-40B4-BE49-F238E27FC236}">
                      <a16:creationId xmlns:a16="http://schemas.microsoft.com/office/drawing/2014/main" id="{D449A47F-BF22-5BDA-4735-F49C96BEAA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60875" y="811213"/>
                  <a:ext cx="2192339" cy="2195512"/>
                </a:xfrm>
                <a:custGeom>
                  <a:avLst/>
                  <a:gdLst>
                    <a:gd name="T0" fmla="*/ 583 w 583"/>
                    <a:gd name="T1" fmla="*/ 584 h 584"/>
                    <a:gd name="T2" fmla="*/ 583 w 583"/>
                    <a:gd name="T3" fmla="*/ 0 h 584"/>
                    <a:gd name="T4" fmla="*/ 0 w 583"/>
                    <a:gd name="T5" fmla="*/ 584 h 584"/>
                    <a:gd name="T6" fmla="*/ 0 w 583"/>
                    <a:gd name="T7" fmla="*/ 584 h 584"/>
                    <a:gd name="T8" fmla="*/ 583 w 583"/>
                    <a:gd name="T9" fmla="*/ 584 h 5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3" h="584">
                      <a:moveTo>
                        <a:pt x="583" y="584"/>
                      </a:moveTo>
                      <a:cubicBezTo>
                        <a:pt x="583" y="0"/>
                        <a:pt x="583" y="0"/>
                        <a:pt x="583" y="0"/>
                      </a:cubicBezTo>
                      <a:cubicBezTo>
                        <a:pt x="259" y="1"/>
                        <a:pt x="0" y="260"/>
                        <a:pt x="0" y="584"/>
                      </a:cubicBezTo>
                      <a:cubicBezTo>
                        <a:pt x="0" y="584"/>
                        <a:pt x="0" y="584"/>
                        <a:pt x="0" y="584"/>
                      </a:cubicBezTo>
                      <a:cubicBezTo>
                        <a:pt x="583" y="584"/>
                        <a:pt x="583" y="584"/>
                        <a:pt x="583" y="584"/>
                      </a:cubicBezTo>
                      <a:close/>
                    </a:path>
                  </a:pathLst>
                </a:custGeom>
                <a:solidFill>
                  <a:schemeClr val="accent1">
                    <a:alpha val="60000"/>
                  </a:schemeClr>
                </a:solidFill>
                <a:ln>
                  <a:noFill/>
                </a:ln>
              </p:spPr>
              <p:txBody>
                <a:bodyPr vert="horz" wrap="square" lIns="121920" tIns="60960" rIns="121920" bIns="6096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400"/>
                </a:p>
              </p:txBody>
            </p:sp>
          </p:grp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A86713C1-3881-6990-3A62-4AFB1D9DD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148" y="1575050"/>
                <a:ext cx="1518079" cy="1520276"/>
              </a:xfrm>
              <a:custGeom>
                <a:avLst/>
                <a:gdLst>
                  <a:gd name="connsiteX0" fmla="*/ 1644585 w 1644585"/>
                  <a:gd name="connsiteY0" fmla="*/ 0 h 1646966"/>
                  <a:gd name="connsiteX1" fmla="*/ 1644585 w 1644585"/>
                  <a:gd name="connsiteY1" fmla="*/ 535184 h 1646966"/>
                  <a:gd name="connsiteX2" fmla="*/ 1644585 w 1644585"/>
                  <a:gd name="connsiteY2" fmla="*/ 594274 h 1646966"/>
                  <a:gd name="connsiteX3" fmla="*/ 1538260 w 1644585"/>
                  <a:gd name="connsiteY3" fmla="*/ 599643 h 1646966"/>
                  <a:gd name="connsiteX4" fmla="*/ 594216 w 1644585"/>
                  <a:gd name="connsiteY4" fmla="*/ 1645774 h 1646966"/>
                  <a:gd name="connsiteX5" fmla="*/ 594276 w 1644585"/>
                  <a:gd name="connsiteY5" fmla="*/ 1646966 h 1646966"/>
                  <a:gd name="connsiteX6" fmla="*/ 542842 w 1644585"/>
                  <a:gd name="connsiteY6" fmla="*/ 1646966 h 1646966"/>
                  <a:gd name="connsiteX7" fmla="*/ 0 w 1644585"/>
                  <a:gd name="connsiteY7" fmla="*/ 1646966 h 1646966"/>
                  <a:gd name="connsiteX8" fmla="*/ 1644585 w 1644585"/>
                  <a:gd name="connsiteY8" fmla="*/ 0 h 1646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4585" h="1646966">
                    <a:moveTo>
                      <a:pt x="1644585" y="0"/>
                    </a:moveTo>
                    <a:cubicBezTo>
                      <a:pt x="1644585" y="0"/>
                      <a:pt x="1644585" y="0"/>
                      <a:pt x="1644585" y="535184"/>
                    </a:cubicBezTo>
                    <a:lnTo>
                      <a:pt x="1644585" y="594274"/>
                    </a:lnTo>
                    <a:lnTo>
                      <a:pt x="1538260" y="599643"/>
                    </a:lnTo>
                    <a:cubicBezTo>
                      <a:pt x="1008004" y="653494"/>
                      <a:pt x="594216" y="1101311"/>
                      <a:pt x="594216" y="1645774"/>
                    </a:cubicBezTo>
                    <a:lnTo>
                      <a:pt x="594276" y="1646966"/>
                    </a:lnTo>
                    <a:lnTo>
                      <a:pt x="542842" y="1646966"/>
                    </a:lnTo>
                    <a:cubicBezTo>
                      <a:pt x="385450" y="1646966"/>
                      <a:pt x="205573" y="1646966"/>
                      <a:pt x="0" y="1646966"/>
                    </a:cubicBezTo>
                    <a:cubicBezTo>
                      <a:pt x="0" y="733238"/>
                      <a:pt x="730613" y="2820"/>
                      <a:pt x="16445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0518792-4B98-C94C-DFF4-4B2EE92A4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3891" y="1575050"/>
                <a:ext cx="1518613" cy="1518613"/>
              </a:xfrm>
              <a:custGeom>
                <a:avLst/>
                <a:gdLst>
                  <a:gd name="connsiteX0" fmla="*/ 1017 w 1645164"/>
                  <a:gd name="connsiteY0" fmla="*/ 0 h 1645164"/>
                  <a:gd name="connsiteX1" fmla="*/ 1645164 w 1645164"/>
                  <a:gd name="connsiteY1" fmla="*/ 1644146 h 1645164"/>
                  <a:gd name="connsiteX2" fmla="*/ 1109980 w 1645164"/>
                  <a:gd name="connsiteY2" fmla="*/ 1645063 h 1645164"/>
                  <a:gd name="connsiteX3" fmla="*/ 1050917 w 1645164"/>
                  <a:gd name="connsiteY3" fmla="*/ 1645164 h 1645164"/>
                  <a:gd name="connsiteX4" fmla="*/ 1045519 w 1645164"/>
                  <a:gd name="connsiteY4" fmla="*/ 1538258 h 1645164"/>
                  <a:gd name="connsiteX5" fmla="*/ 106904 w 1645164"/>
                  <a:gd name="connsiteY5" fmla="*/ 599643 h 1645164"/>
                  <a:gd name="connsiteX6" fmla="*/ 0 w 1645164"/>
                  <a:gd name="connsiteY6" fmla="*/ 594245 h 1645164"/>
                  <a:gd name="connsiteX7" fmla="*/ 86 w 1645164"/>
                  <a:gd name="connsiteY7" fmla="*/ 543628 h 1645164"/>
                  <a:gd name="connsiteX8" fmla="*/ 1017 w 1645164"/>
                  <a:gd name="connsiteY8" fmla="*/ 0 h 1645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45164" h="1645164">
                    <a:moveTo>
                      <a:pt x="1017" y="0"/>
                    </a:moveTo>
                    <a:cubicBezTo>
                      <a:pt x="911925" y="2820"/>
                      <a:pt x="1642344" y="733238"/>
                      <a:pt x="1645164" y="1644146"/>
                    </a:cubicBezTo>
                    <a:cubicBezTo>
                      <a:pt x="1645164" y="1644146"/>
                      <a:pt x="1645164" y="1644146"/>
                      <a:pt x="1109980" y="1645063"/>
                    </a:cubicBezTo>
                    <a:lnTo>
                      <a:pt x="1050917" y="1645164"/>
                    </a:lnTo>
                    <a:lnTo>
                      <a:pt x="1045519" y="1538258"/>
                    </a:lnTo>
                    <a:cubicBezTo>
                      <a:pt x="995259" y="1043353"/>
                      <a:pt x="601810" y="649903"/>
                      <a:pt x="106904" y="599643"/>
                    </a:cubicBezTo>
                    <a:lnTo>
                      <a:pt x="0" y="594245"/>
                    </a:lnTo>
                    <a:lnTo>
                      <a:pt x="86" y="543628"/>
                    </a:lnTo>
                    <a:cubicBezTo>
                      <a:pt x="356" y="386008"/>
                      <a:pt x="665" y="205871"/>
                      <a:pt x="10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121920" tIns="60960" rIns="121920" bIns="6096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32B1E16-67F2-1857-F9AC-646DDA934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3889" y="3093128"/>
                <a:ext cx="1518615" cy="1520276"/>
              </a:xfrm>
              <a:custGeom>
                <a:avLst/>
                <a:gdLst>
                  <a:gd name="connsiteX0" fmla="*/ 1645166 w 1645166"/>
                  <a:gd name="connsiteY0" fmla="*/ 0 h 1646966"/>
                  <a:gd name="connsiteX1" fmla="*/ 1645166 w 1645166"/>
                  <a:gd name="connsiteY1" fmla="*/ 2820 h 1646966"/>
                  <a:gd name="connsiteX2" fmla="*/ 1019 w 1645166"/>
                  <a:gd name="connsiteY2" fmla="*/ 1646966 h 1646966"/>
                  <a:gd name="connsiteX3" fmla="*/ 103 w 1645166"/>
                  <a:gd name="connsiteY3" fmla="*/ 1112699 h 1646966"/>
                  <a:gd name="connsiteX4" fmla="*/ 0 w 1645166"/>
                  <a:gd name="connsiteY4" fmla="*/ 1052719 h 1646966"/>
                  <a:gd name="connsiteX5" fmla="*/ 106906 w 1645166"/>
                  <a:gd name="connsiteY5" fmla="*/ 1047321 h 1646966"/>
                  <a:gd name="connsiteX6" fmla="*/ 1050950 w 1645166"/>
                  <a:gd name="connsiteY6" fmla="*/ 1190 h 1646966"/>
                  <a:gd name="connsiteX7" fmla="*/ 1050942 w 1645166"/>
                  <a:gd name="connsiteY7" fmla="*/ 1018 h 1646966"/>
                  <a:gd name="connsiteX8" fmla="*/ 1101538 w 1645166"/>
                  <a:gd name="connsiteY8" fmla="*/ 931 h 1646966"/>
                  <a:gd name="connsiteX9" fmla="*/ 1645166 w 1645166"/>
                  <a:gd name="connsiteY9" fmla="*/ 0 h 1646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5166" h="1646966">
                    <a:moveTo>
                      <a:pt x="1645166" y="0"/>
                    </a:moveTo>
                    <a:cubicBezTo>
                      <a:pt x="1645166" y="2820"/>
                      <a:pt x="1645166" y="2820"/>
                      <a:pt x="1645166" y="2820"/>
                    </a:cubicBezTo>
                    <a:cubicBezTo>
                      <a:pt x="1645166" y="916548"/>
                      <a:pt x="914748" y="1646966"/>
                      <a:pt x="1019" y="1646966"/>
                    </a:cubicBezTo>
                    <a:cubicBezTo>
                      <a:pt x="1019" y="1646966"/>
                      <a:pt x="1019" y="1646966"/>
                      <a:pt x="103" y="1112699"/>
                    </a:cubicBezTo>
                    <a:lnTo>
                      <a:pt x="0" y="1052719"/>
                    </a:lnTo>
                    <a:lnTo>
                      <a:pt x="106906" y="1047321"/>
                    </a:lnTo>
                    <a:cubicBezTo>
                      <a:pt x="637162" y="993471"/>
                      <a:pt x="1050950" y="545654"/>
                      <a:pt x="1050950" y="1190"/>
                    </a:cubicBezTo>
                    <a:lnTo>
                      <a:pt x="1050942" y="1018"/>
                    </a:lnTo>
                    <a:lnTo>
                      <a:pt x="1101538" y="931"/>
                    </a:lnTo>
                    <a:cubicBezTo>
                      <a:pt x="1259158" y="661"/>
                      <a:pt x="1439295" y="353"/>
                      <a:pt x="16451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3BB8E6C6-1D59-DFFB-A2E8-93CFAC8BC4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148" y="3095326"/>
                <a:ext cx="1520277" cy="1518078"/>
              </a:xfrm>
              <a:custGeom>
                <a:avLst/>
                <a:gdLst>
                  <a:gd name="connsiteX0" fmla="*/ 0 w 1646967"/>
                  <a:gd name="connsiteY0" fmla="*/ 0 h 1644584"/>
                  <a:gd name="connsiteX1" fmla="*/ 534268 w 1646967"/>
                  <a:gd name="connsiteY1" fmla="*/ 0 h 1644584"/>
                  <a:gd name="connsiteX2" fmla="*/ 594276 w 1646967"/>
                  <a:gd name="connsiteY2" fmla="*/ 0 h 1644584"/>
                  <a:gd name="connsiteX3" fmla="*/ 599645 w 1646967"/>
                  <a:gd name="connsiteY3" fmla="*/ 106324 h 1644584"/>
                  <a:gd name="connsiteX4" fmla="*/ 1645776 w 1646967"/>
                  <a:gd name="connsiteY4" fmla="*/ 1050368 h 1644584"/>
                  <a:gd name="connsiteX5" fmla="*/ 1645948 w 1646967"/>
                  <a:gd name="connsiteY5" fmla="*/ 1050359 h 1644584"/>
                  <a:gd name="connsiteX6" fmla="*/ 1646036 w 1646967"/>
                  <a:gd name="connsiteY6" fmla="*/ 1101743 h 1644584"/>
                  <a:gd name="connsiteX7" fmla="*/ 1646967 w 1646967"/>
                  <a:gd name="connsiteY7" fmla="*/ 1644584 h 1644584"/>
                  <a:gd name="connsiteX8" fmla="*/ 1644147 w 1646967"/>
                  <a:gd name="connsiteY8" fmla="*/ 1644584 h 1644584"/>
                  <a:gd name="connsiteX9" fmla="*/ 0 w 1646967"/>
                  <a:gd name="connsiteY9" fmla="*/ 0 h 1644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6967" h="1644584">
                    <a:moveTo>
                      <a:pt x="0" y="0"/>
                    </a:moveTo>
                    <a:cubicBezTo>
                      <a:pt x="0" y="0"/>
                      <a:pt x="0" y="0"/>
                      <a:pt x="534268" y="0"/>
                    </a:cubicBezTo>
                    <a:lnTo>
                      <a:pt x="594276" y="0"/>
                    </a:lnTo>
                    <a:lnTo>
                      <a:pt x="599645" y="106324"/>
                    </a:lnTo>
                    <a:cubicBezTo>
                      <a:pt x="653496" y="636580"/>
                      <a:pt x="1101313" y="1050368"/>
                      <a:pt x="1645776" y="1050368"/>
                    </a:cubicBezTo>
                    <a:lnTo>
                      <a:pt x="1645948" y="1050359"/>
                    </a:lnTo>
                    <a:lnTo>
                      <a:pt x="1646036" y="1101743"/>
                    </a:lnTo>
                    <a:cubicBezTo>
                      <a:pt x="1646306" y="1259135"/>
                      <a:pt x="1646615" y="1439011"/>
                      <a:pt x="1646967" y="1644584"/>
                    </a:cubicBezTo>
                    <a:cubicBezTo>
                      <a:pt x="1644147" y="1644584"/>
                      <a:pt x="1644147" y="1644584"/>
                      <a:pt x="1644147" y="1644584"/>
                    </a:cubicBezTo>
                    <a:cubicBezTo>
                      <a:pt x="730419" y="1644584"/>
                      <a:pt x="0" y="913971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2400"/>
              </a:p>
            </p:txBody>
          </p: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3D70CCCB-7C96-F388-9C35-CB4C77A8BC36}"/>
                </a:ext>
              </a:extLst>
            </p:cNvPr>
            <p:cNvSpPr/>
            <p:nvPr/>
          </p:nvSpPr>
          <p:spPr bwMode="auto">
            <a:xfrm>
              <a:off x="4160520" y="2680988"/>
              <a:ext cx="822960" cy="822956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100" b="1" i="1" dirty="0"/>
                <a:t>Infra</a:t>
              </a:r>
            </a:p>
            <a:p>
              <a:pPr algn="ctr"/>
              <a:r>
                <a:rPr lang="en-US" sz="1100" b="1" i="1" dirty="0"/>
                <a:t>Tech</a:t>
              </a:r>
              <a:br>
                <a:rPr lang="en-US" sz="1100" b="1" i="1" dirty="0"/>
              </a:br>
              <a:r>
                <a:rPr lang="en-US" sz="1100" b="1" i="1" dirty="0"/>
                <a:t>Advisory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68B4B4A-9E61-5CD9-BF05-0BAECD543363}"/>
              </a:ext>
            </a:extLst>
          </p:cNvPr>
          <p:cNvGrpSpPr/>
          <p:nvPr/>
        </p:nvGrpSpPr>
        <p:grpSpPr>
          <a:xfrm>
            <a:off x="8939540" y="4422431"/>
            <a:ext cx="2856526" cy="769011"/>
            <a:chOff x="1341109" y="3136354"/>
            <a:chExt cx="4266081" cy="57675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1296962-1F2E-0920-1506-3C7322F112AB}"/>
                </a:ext>
              </a:extLst>
            </p:cNvPr>
            <p:cNvSpPr txBox="1"/>
            <p:nvPr/>
          </p:nvSpPr>
          <p:spPr>
            <a:xfrm>
              <a:off x="1341109" y="3136354"/>
              <a:ext cx="4266081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16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Elevate Experience &amp; Productivity</a:t>
              </a:r>
              <a:endParaRPr lang="en-US" sz="16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767713C-30A9-33BC-2EA3-7EDF5F7CD9AA}"/>
                </a:ext>
              </a:extLst>
            </p:cNvPr>
            <p:cNvSpPr txBox="1"/>
            <p:nvPr/>
          </p:nvSpPr>
          <p:spPr>
            <a:xfrm>
              <a:off x="1341109" y="3389947"/>
              <a:ext cx="3611891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400" dirty="0">
                  <a:solidFill>
                    <a:srgbClr val="3D45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Advisory aligns experience strategy to the intelligent core</a:t>
              </a:r>
              <a:endParaRPr lang="en-US" sz="1400" dirty="0"/>
            </a:p>
          </p:txBody>
        </p:sp>
      </p:grpSp>
      <p:sp>
        <p:nvSpPr>
          <p:cNvPr id="55" name="Chevron 54">
            <a:extLst>
              <a:ext uri="{FF2B5EF4-FFF2-40B4-BE49-F238E27FC236}">
                <a16:creationId xmlns:a16="http://schemas.microsoft.com/office/drawing/2014/main" id="{364E7422-2CAF-4120-D22F-D439D8299718}"/>
              </a:ext>
            </a:extLst>
          </p:cNvPr>
          <p:cNvSpPr/>
          <p:nvPr/>
        </p:nvSpPr>
        <p:spPr bwMode="auto">
          <a:xfrm flipH="1">
            <a:off x="8491585" y="4614904"/>
            <a:ext cx="104339" cy="262424"/>
          </a:xfrm>
          <a:prstGeom prst="chevron">
            <a:avLst>
              <a:gd name="adj" fmla="val 69475"/>
            </a:avLst>
          </a:pr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E62DB80-918B-704B-7D49-F92301084E75}"/>
              </a:ext>
            </a:extLst>
          </p:cNvPr>
          <p:cNvGrpSpPr/>
          <p:nvPr/>
        </p:nvGrpSpPr>
        <p:grpSpPr>
          <a:xfrm>
            <a:off x="8939540" y="2001736"/>
            <a:ext cx="2699772" cy="769011"/>
            <a:chOff x="1341109" y="3136354"/>
            <a:chExt cx="3611891" cy="57675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2E47D67-65AA-3CE9-D4B6-F3A12708F136}"/>
                </a:ext>
              </a:extLst>
            </p:cNvPr>
            <p:cNvSpPr txBox="1"/>
            <p:nvPr/>
          </p:nvSpPr>
          <p:spPr>
            <a:xfrm>
              <a:off x="1341109" y="3136354"/>
              <a:ext cx="311487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16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Engineer for Intelligence</a:t>
              </a:r>
              <a:endParaRPr lang="en-US" sz="16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56DD895-3E0F-C31F-894F-CA5A9A6EB5DE}"/>
                </a:ext>
              </a:extLst>
            </p:cNvPr>
            <p:cNvSpPr txBox="1"/>
            <p:nvPr/>
          </p:nvSpPr>
          <p:spPr>
            <a:xfrm>
              <a:off x="1341109" y="3389947"/>
              <a:ext cx="3611891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Advisory sets the platform and observability blueprint</a:t>
              </a:r>
              <a:endParaRPr lang="en-US" sz="1400" dirty="0"/>
            </a:p>
          </p:txBody>
        </p:sp>
      </p:grpSp>
      <p:sp>
        <p:nvSpPr>
          <p:cNvPr id="59" name="Chevron 58">
            <a:extLst>
              <a:ext uri="{FF2B5EF4-FFF2-40B4-BE49-F238E27FC236}">
                <a16:creationId xmlns:a16="http://schemas.microsoft.com/office/drawing/2014/main" id="{B3C282CE-CFB8-169D-1CE7-4029AAA7B423}"/>
              </a:ext>
            </a:extLst>
          </p:cNvPr>
          <p:cNvSpPr/>
          <p:nvPr/>
        </p:nvSpPr>
        <p:spPr bwMode="auto">
          <a:xfrm flipH="1">
            <a:off x="8492494" y="2230808"/>
            <a:ext cx="104339" cy="262424"/>
          </a:xfrm>
          <a:prstGeom prst="chevron">
            <a:avLst>
              <a:gd name="adj" fmla="val 69475"/>
            </a:avLst>
          </a:pr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307B56A-8847-D050-7A44-2A9784EF4E35}"/>
              </a:ext>
            </a:extLst>
          </p:cNvPr>
          <p:cNvGrpSpPr/>
          <p:nvPr/>
        </p:nvGrpSpPr>
        <p:grpSpPr>
          <a:xfrm flipH="1">
            <a:off x="155060" y="4491165"/>
            <a:ext cx="2699772" cy="748132"/>
            <a:chOff x="1341109" y="3152013"/>
            <a:chExt cx="3611891" cy="561099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F88C600-F827-9556-EEC6-41A360C7980B}"/>
                </a:ext>
              </a:extLst>
            </p:cNvPr>
            <p:cNvSpPr txBox="1"/>
            <p:nvPr/>
          </p:nvSpPr>
          <p:spPr>
            <a:xfrm>
              <a:off x="1573567" y="3152013"/>
              <a:ext cx="2992802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1600" b="1" dirty="0">
                  <a:solidFill>
                    <a:srgbClr val="1A1A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Operate with Autonomy</a:t>
              </a:r>
              <a:endParaRPr lang="en-US" sz="16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87B80E2-566B-99F8-8EC9-A1086F0DBAE7}"/>
                </a:ext>
              </a:extLst>
            </p:cNvPr>
            <p:cNvSpPr txBox="1"/>
            <p:nvPr/>
          </p:nvSpPr>
          <p:spPr>
            <a:xfrm>
              <a:off x="1341109" y="3389947"/>
              <a:ext cx="3611891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sz="1400" dirty="0">
                  <a:solidFill>
                    <a:srgbClr val="3D455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Agentic-Ops Readiness is the designed bridge into this layer</a:t>
              </a:r>
              <a:endParaRPr lang="en-US" sz="1400" dirty="0"/>
            </a:p>
          </p:txBody>
        </p:sp>
      </p:grpSp>
      <p:sp>
        <p:nvSpPr>
          <p:cNvPr id="63" name="Chevron 62">
            <a:extLst>
              <a:ext uri="{FF2B5EF4-FFF2-40B4-BE49-F238E27FC236}">
                <a16:creationId xmlns:a16="http://schemas.microsoft.com/office/drawing/2014/main" id="{789C5F48-0CE7-9161-770D-C4F2202ACD24}"/>
              </a:ext>
            </a:extLst>
          </p:cNvPr>
          <p:cNvSpPr/>
          <p:nvPr/>
        </p:nvSpPr>
        <p:spPr bwMode="auto">
          <a:xfrm>
            <a:off x="3610473" y="4662761"/>
            <a:ext cx="104339" cy="262424"/>
          </a:xfrm>
          <a:prstGeom prst="chevron">
            <a:avLst>
              <a:gd name="adj" fmla="val 69475"/>
            </a:avLst>
          </a:pr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r"/>
            <a:endParaRPr lang="en-US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3950AB9-EF03-C659-412E-7DA1CF30A70E}"/>
              </a:ext>
            </a:extLst>
          </p:cNvPr>
          <p:cNvGrpSpPr/>
          <p:nvPr/>
        </p:nvGrpSpPr>
        <p:grpSpPr>
          <a:xfrm flipH="1">
            <a:off x="155060" y="2032361"/>
            <a:ext cx="2699772" cy="786232"/>
            <a:chOff x="1341109" y="3123437"/>
            <a:chExt cx="3611891" cy="589675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C5270C6-4F33-76C4-CC66-C8AD6E25B347}"/>
                </a:ext>
              </a:extLst>
            </p:cNvPr>
            <p:cNvSpPr txBox="1"/>
            <p:nvPr/>
          </p:nvSpPr>
          <p:spPr>
            <a:xfrm>
              <a:off x="1820280" y="3123437"/>
              <a:ext cx="2746089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r>
                <a:rPr lang="en-US" sz="1600" b="1" dirty="0">
                  <a:solidFill>
                    <a:srgbClr val="1A1A1A"/>
                  </a:solidFill>
                  <a:latin typeface="Cambria"/>
                  <a:ea typeface="Cambria"/>
                  <a:cs typeface="Cambria" pitchFamily="34" charset="-120"/>
                </a:rPr>
                <a:t>Build  Intelligent Core</a:t>
              </a:r>
              <a:endParaRPr lang="en-US" sz="1600" dirty="0">
                <a:latin typeface="Cambria"/>
                <a:ea typeface="Cambri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A0845A3-30F3-5583-6934-F3586B1C7B8C}"/>
                </a:ext>
              </a:extLst>
            </p:cNvPr>
            <p:cNvSpPr txBox="1"/>
            <p:nvPr/>
          </p:nvSpPr>
          <p:spPr>
            <a:xfrm>
              <a:off x="1341109" y="3389947"/>
              <a:ext cx="3611891" cy="32316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sz="1400" b="1" dirty="0">
                  <a:solidFill>
                    <a:srgbClr val="2C3E5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Infra Tech Advisory lives here — and shapes other three layers quadrants</a:t>
              </a:r>
              <a:endParaRPr lang="en-US" sz="1400" dirty="0"/>
            </a:p>
          </p:txBody>
        </p:sp>
      </p:grpSp>
      <p:sp>
        <p:nvSpPr>
          <p:cNvPr id="67" name="Chevron 66">
            <a:extLst>
              <a:ext uri="{FF2B5EF4-FFF2-40B4-BE49-F238E27FC236}">
                <a16:creationId xmlns:a16="http://schemas.microsoft.com/office/drawing/2014/main" id="{1961FF34-046A-3D74-92BC-D218950B7AB9}"/>
              </a:ext>
            </a:extLst>
          </p:cNvPr>
          <p:cNvSpPr/>
          <p:nvPr/>
        </p:nvSpPr>
        <p:spPr bwMode="auto">
          <a:xfrm>
            <a:off x="3666037" y="2271520"/>
            <a:ext cx="104339" cy="262424"/>
          </a:xfrm>
          <a:prstGeom prst="chevron">
            <a:avLst>
              <a:gd name="adj" fmla="val 69475"/>
            </a:avLst>
          </a:prstGeom>
          <a:solidFill>
            <a:schemeClr val="bg1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r"/>
            <a:endParaRPr lang="en-US" sz="2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FA92600-0560-C9B5-7373-072446C48C50}"/>
              </a:ext>
            </a:extLst>
          </p:cNvPr>
          <p:cNvSpPr txBox="1"/>
          <p:nvPr/>
        </p:nvSpPr>
        <p:spPr>
          <a:xfrm>
            <a:off x="5399314" y="2864334"/>
            <a:ext cx="2083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EFE61D-300C-CACC-89E2-36F5A6009ADF}"/>
              </a:ext>
            </a:extLst>
          </p:cNvPr>
          <p:cNvSpPr txBox="1"/>
          <p:nvPr/>
        </p:nvSpPr>
        <p:spPr>
          <a:xfrm>
            <a:off x="5399314" y="4168074"/>
            <a:ext cx="2083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AD53EF7-072C-5112-6772-3A2B6664ADE4}"/>
              </a:ext>
            </a:extLst>
          </p:cNvPr>
          <p:cNvSpPr txBox="1"/>
          <p:nvPr/>
        </p:nvSpPr>
        <p:spPr>
          <a:xfrm>
            <a:off x="6663954" y="2864334"/>
            <a:ext cx="2083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FFD2F2-2B3F-EE69-FD78-AD4BA806578C}"/>
              </a:ext>
            </a:extLst>
          </p:cNvPr>
          <p:cNvSpPr txBox="1"/>
          <p:nvPr/>
        </p:nvSpPr>
        <p:spPr>
          <a:xfrm>
            <a:off x="6663954" y="4168074"/>
            <a:ext cx="208390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72" name="Freeform 20">
            <a:extLst>
              <a:ext uri="{FF2B5EF4-FFF2-40B4-BE49-F238E27FC236}">
                <a16:creationId xmlns:a16="http://schemas.microsoft.com/office/drawing/2014/main" id="{A15DC9F1-FFE2-06FF-179B-C810CB33B3B1}"/>
              </a:ext>
            </a:extLst>
          </p:cNvPr>
          <p:cNvSpPr>
            <a:spLocks noEditPoints="1"/>
          </p:cNvSpPr>
          <p:nvPr/>
        </p:nvSpPr>
        <p:spPr bwMode="auto">
          <a:xfrm>
            <a:off x="4700191" y="4544836"/>
            <a:ext cx="371440" cy="371440"/>
          </a:xfrm>
          <a:custGeom>
            <a:avLst/>
            <a:gdLst>
              <a:gd name="T0" fmla="*/ 2027 w 2383"/>
              <a:gd name="T1" fmla="*/ 489 h 2382"/>
              <a:gd name="T2" fmla="*/ 1553 w 2383"/>
              <a:gd name="T3" fmla="*/ 0 h 2382"/>
              <a:gd name="T4" fmla="*/ 1140 w 2383"/>
              <a:gd name="T5" fmla="*/ 0 h 2382"/>
              <a:gd name="T6" fmla="*/ 666 w 2383"/>
              <a:gd name="T7" fmla="*/ 489 h 2382"/>
              <a:gd name="T8" fmla="*/ 253 w 2383"/>
              <a:gd name="T9" fmla="*/ 535 h 2382"/>
              <a:gd name="T10" fmla="*/ 218 w 2383"/>
              <a:gd name="T11" fmla="*/ 1321 h 2382"/>
              <a:gd name="T12" fmla="*/ 12 w 2383"/>
              <a:gd name="T13" fmla="*/ 2364 h 2382"/>
              <a:gd name="T14" fmla="*/ 1981 w 2383"/>
              <a:gd name="T15" fmla="*/ 2382 h 2382"/>
              <a:gd name="T16" fmla="*/ 2158 w 2383"/>
              <a:gd name="T17" fmla="*/ 2223 h 2382"/>
              <a:gd name="T18" fmla="*/ 2336 w 2383"/>
              <a:gd name="T19" fmla="*/ 2381 h 2382"/>
              <a:gd name="T20" fmla="*/ 2383 w 2383"/>
              <a:gd name="T21" fmla="*/ 535 h 2382"/>
              <a:gd name="T22" fmla="*/ 1346 w 2383"/>
              <a:gd name="T23" fmla="*/ 154 h 2382"/>
              <a:gd name="T24" fmla="*/ 1521 w 2383"/>
              <a:gd name="T25" fmla="*/ 489 h 2382"/>
              <a:gd name="T26" fmla="*/ 1172 w 2383"/>
              <a:gd name="T27" fmla="*/ 475 h 2382"/>
              <a:gd name="T28" fmla="*/ 1140 w 2383"/>
              <a:gd name="T29" fmla="*/ 93 h 2382"/>
              <a:gd name="T30" fmla="*/ 1079 w 2383"/>
              <a:gd name="T31" fmla="*/ 475 h 2382"/>
              <a:gd name="T32" fmla="*/ 759 w 2383"/>
              <a:gd name="T33" fmla="*/ 489 h 2382"/>
              <a:gd name="T34" fmla="*/ 759 w 2383"/>
              <a:gd name="T35" fmla="*/ 475 h 2382"/>
              <a:gd name="T36" fmla="*/ 299 w 2383"/>
              <a:gd name="T37" fmla="*/ 2289 h 2382"/>
              <a:gd name="T38" fmla="*/ 301 w 2383"/>
              <a:gd name="T39" fmla="*/ 1377 h 2382"/>
              <a:gd name="T40" fmla="*/ 464 w 2383"/>
              <a:gd name="T41" fmla="*/ 1400 h 2382"/>
              <a:gd name="T42" fmla="*/ 557 w 2383"/>
              <a:gd name="T43" fmla="*/ 1400 h 2382"/>
              <a:gd name="T44" fmla="*/ 1050 w 2383"/>
              <a:gd name="T45" fmla="*/ 1377 h 2382"/>
              <a:gd name="T46" fmla="*/ 1097 w 2383"/>
              <a:gd name="T47" fmla="*/ 1447 h 2382"/>
              <a:gd name="T48" fmla="*/ 1143 w 2383"/>
              <a:gd name="T49" fmla="*/ 1377 h 2382"/>
              <a:gd name="T50" fmla="*/ 1502 w 2383"/>
              <a:gd name="T51" fmla="*/ 2289 h 2382"/>
              <a:gd name="T52" fmla="*/ 557 w 2383"/>
              <a:gd name="T53" fmla="*/ 1284 h 2382"/>
              <a:gd name="T54" fmla="*/ 804 w 2383"/>
              <a:gd name="T55" fmla="*/ 982 h 2382"/>
              <a:gd name="T56" fmla="*/ 1050 w 2383"/>
              <a:gd name="T57" fmla="*/ 1284 h 2382"/>
              <a:gd name="T58" fmla="*/ 1597 w 2383"/>
              <a:gd name="T59" fmla="*/ 2289 h 2382"/>
              <a:gd name="T60" fmla="*/ 1344 w 2383"/>
              <a:gd name="T61" fmla="*/ 1284 h 2382"/>
              <a:gd name="T62" fmla="*/ 1143 w 2383"/>
              <a:gd name="T63" fmla="*/ 1228 h 2382"/>
              <a:gd name="T64" fmla="*/ 464 w 2383"/>
              <a:gd name="T65" fmla="*/ 1228 h 2382"/>
              <a:gd name="T66" fmla="*/ 346 w 2383"/>
              <a:gd name="T67" fmla="*/ 1284 h 2382"/>
              <a:gd name="T68" fmla="*/ 666 w 2383"/>
              <a:gd name="T69" fmla="*/ 582 h 2382"/>
              <a:gd name="T70" fmla="*/ 712 w 2383"/>
              <a:gd name="T71" fmla="*/ 704 h 2382"/>
              <a:gd name="T72" fmla="*/ 759 w 2383"/>
              <a:gd name="T73" fmla="*/ 582 h 2382"/>
              <a:gd name="T74" fmla="*/ 1521 w 2383"/>
              <a:gd name="T75" fmla="*/ 657 h 2382"/>
              <a:gd name="T76" fmla="*/ 1614 w 2383"/>
              <a:gd name="T77" fmla="*/ 657 h 2382"/>
              <a:gd name="T78" fmla="*/ 1748 w 2383"/>
              <a:gd name="T79" fmla="*/ 582 h 2382"/>
              <a:gd name="T80" fmla="*/ 1795 w 2383"/>
              <a:gd name="T81" fmla="*/ 1063 h 2382"/>
              <a:gd name="T82" fmla="*/ 1841 w 2383"/>
              <a:gd name="T83" fmla="*/ 582 h 2382"/>
              <a:gd name="T84" fmla="*/ 1934 w 2383"/>
              <a:gd name="T85" fmla="*/ 2289 h 2382"/>
              <a:gd name="T86" fmla="*/ 1934 w 2383"/>
              <a:gd name="T87" fmla="*/ 489 h 2382"/>
              <a:gd name="T88" fmla="*/ 1614 w 2383"/>
              <a:gd name="T89" fmla="*/ 475 h 2382"/>
              <a:gd name="T90" fmla="*/ 1553 w 2383"/>
              <a:gd name="T91" fmla="*/ 93 h 2382"/>
              <a:gd name="T92" fmla="*/ 1934 w 2383"/>
              <a:gd name="T93" fmla="*/ 489 h 2382"/>
              <a:gd name="T94" fmla="*/ 2204 w 2383"/>
              <a:gd name="T95" fmla="*/ 2137 h 2382"/>
              <a:gd name="T96" fmla="*/ 2205 w 2383"/>
              <a:gd name="T97" fmla="*/ 1618 h 2382"/>
              <a:gd name="T98" fmla="*/ 2112 w 2383"/>
              <a:gd name="T99" fmla="*/ 1618 h 2382"/>
              <a:gd name="T100" fmla="*/ 2113 w 2383"/>
              <a:gd name="T101" fmla="*/ 2137 h 2382"/>
              <a:gd name="T102" fmla="*/ 2027 w 2383"/>
              <a:gd name="T103" fmla="*/ 582 h 2382"/>
              <a:gd name="T104" fmla="*/ 2290 w 2383"/>
              <a:gd name="T105" fmla="*/ 2223 h 2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83" h="2382">
                <a:moveTo>
                  <a:pt x="2336" y="489"/>
                </a:moveTo>
                <a:cubicBezTo>
                  <a:pt x="2027" y="489"/>
                  <a:pt x="2027" y="489"/>
                  <a:pt x="2027" y="489"/>
                </a:cubicBezTo>
                <a:cubicBezTo>
                  <a:pt x="2027" y="475"/>
                  <a:pt x="2027" y="475"/>
                  <a:pt x="2027" y="475"/>
                </a:cubicBezTo>
                <a:cubicBezTo>
                  <a:pt x="2027" y="213"/>
                  <a:pt x="1815" y="0"/>
                  <a:pt x="1553" y="0"/>
                </a:cubicBezTo>
                <a:cubicBezTo>
                  <a:pt x="1479" y="0"/>
                  <a:pt x="1409" y="17"/>
                  <a:pt x="1346" y="48"/>
                </a:cubicBezTo>
                <a:cubicBezTo>
                  <a:pt x="1284" y="17"/>
                  <a:pt x="1214" y="0"/>
                  <a:pt x="1140" y="0"/>
                </a:cubicBezTo>
                <a:cubicBezTo>
                  <a:pt x="878" y="0"/>
                  <a:pt x="666" y="213"/>
                  <a:pt x="666" y="475"/>
                </a:cubicBezTo>
                <a:cubicBezTo>
                  <a:pt x="666" y="489"/>
                  <a:pt x="666" y="489"/>
                  <a:pt x="666" y="489"/>
                </a:cubicBezTo>
                <a:cubicBezTo>
                  <a:pt x="299" y="489"/>
                  <a:pt x="299" y="489"/>
                  <a:pt x="299" y="489"/>
                </a:cubicBezTo>
                <a:cubicBezTo>
                  <a:pt x="273" y="489"/>
                  <a:pt x="253" y="510"/>
                  <a:pt x="253" y="535"/>
                </a:cubicBezTo>
                <a:cubicBezTo>
                  <a:pt x="253" y="1285"/>
                  <a:pt x="253" y="1285"/>
                  <a:pt x="253" y="1285"/>
                </a:cubicBezTo>
                <a:cubicBezTo>
                  <a:pt x="236" y="1290"/>
                  <a:pt x="222" y="1303"/>
                  <a:pt x="218" y="1321"/>
                </a:cubicBezTo>
                <a:cubicBezTo>
                  <a:pt x="2" y="2325"/>
                  <a:pt x="2" y="2325"/>
                  <a:pt x="2" y="2325"/>
                </a:cubicBezTo>
                <a:cubicBezTo>
                  <a:pt x="0" y="2339"/>
                  <a:pt x="3" y="2353"/>
                  <a:pt x="12" y="2364"/>
                </a:cubicBezTo>
                <a:cubicBezTo>
                  <a:pt x="21" y="2375"/>
                  <a:pt x="34" y="2382"/>
                  <a:pt x="48" y="2382"/>
                </a:cubicBezTo>
                <a:cubicBezTo>
                  <a:pt x="1981" y="2382"/>
                  <a:pt x="1981" y="2382"/>
                  <a:pt x="1981" y="2382"/>
                </a:cubicBezTo>
                <a:cubicBezTo>
                  <a:pt x="1994" y="2382"/>
                  <a:pt x="2006" y="2376"/>
                  <a:pt x="2014" y="2367"/>
                </a:cubicBezTo>
                <a:cubicBezTo>
                  <a:pt x="2158" y="2223"/>
                  <a:pt x="2158" y="2223"/>
                  <a:pt x="2158" y="2223"/>
                </a:cubicBezTo>
                <a:cubicBezTo>
                  <a:pt x="2303" y="2368"/>
                  <a:pt x="2303" y="2368"/>
                  <a:pt x="2303" y="2368"/>
                </a:cubicBezTo>
                <a:cubicBezTo>
                  <a:pt x="2312" y="2377"/>
                  <a:pt x="2324" y="2381"/>
                  <a:pt x="2336" y="2381"/>
                </a:cubicBezTo>
                <a:cubicBezTo>
                  <a:pt x="2362" y="2381"/>
                  <a:pt x="2383" y="2361"/>
                  <a:pt x="2383" y="2335"/>
                </a:cubicBezTo>
                <a:cubicBezTo>
                  <a:pt x="2383" y="535"/>
                  <a:pt x="2383" y="535"/>
                  <a:pt x="2383" y="535"/>
                </a:cubicBezTo>
                <a:cubicBezTo>
                  <a:pt x="2383" y="510"/>
                  <a:pt x="2362" y="489"/>
                  <a:pt x="2336" y="489"/>
                </a:cubicBezTo>
                <a:close/>
                <a:moveTo>
                  <a:pt x="1346" y="154"/>
                </a:moveTo>
                <a:cubicBezTo>
                  <a:pt x="1452" y="222"/>
                  <a:pt x="1521" y="341"/>
                  <a:pt x="1521" y="475"/>
                </a:cubicBezTo>
                <a:cubicBezTo>
                  <a:pt x="1521" y="489"/>
                  <a:pt x="1521" y="489"/>
                  <a:pt x="1521" y="489"/>
                </a:cubicBezTo>
                <a:cubicBezTo>
                  <a:pt x="1172" y="489"/>
                  <a:pt x="1172" y="489"/>
                  <a:pt x="1172" y="489"/>
                </a:cubicBezTo>
                <a:cubicBezTo>
                  <a:pt x="1172" y="475"/>
                  <a:pt x="1172" y="475"/>
                  <a:pt x="1172" y="475"/>
                </a:cubicBezTo>
                <a:cubicBezTo>
                  <a:pt x="1172" y="341"/>
                  <a:pt x="1241" y="222"/>
                  <a:pt x="1346" y="154"/>
                </a:cubicBezTo>
                <a:close/>
                <a:moveTo>
                  <a:pt x="1140" y="93"/>
                </a:moveTo>
                <a:cubicBezTo>
                  <a:pt x="1178" y="93"/>
                  <a:pt x="1215" y="99"/>
                  <a:pt x="1250" y="110"/>
                </a:cubicBezTo>
                <a:cubicBezTo>
                  <a:pt x="1145" y="197"/>
                  <a:pt x="1079" y="328"/>
                  <a:pt x="1079" y="475"/>
                </a:cubicBezTo>
                <a:cubicBezTo>
                  <a:pt x="1079" y="489"/>
                  <a:pt x="1079" y="489"/>
                  <a:pt x="1079" y="489"/>
                </a:cubicBezTo>
                <a:cubicBezTo>
                  <a:pt x="759" y="489"/>
                  <a:pt x="759" y="489"/>
                  <a:pt x="759" y="489"/>
                </a:cubicBezTo>
                <a:cubicBezTo>
                  <a:pt x="759" y="475"/>
                  <a:pt x="759" y="475"/>
                  <a:pt x="759" y="475"/>
                </a:cubicBezTo>
                <a:cubicBezTo>
                  <a:pt x="759" y="475"/>
                  <a:pt x="759" y="475"/>
                  <a:pt x="759" y="475"/>
                </a:cubicBezTo>
                <a:cubicBezTo>
                  <a:pt x="759" y="265"/>
                  <a:pt x="930" y="93"/>
                  <a:pt x="1140" y="93"/>
                </a:cubicBezTo>
                <a:close/>
                <a:moveTo>
                  <a:pt x="299" y="2289"/>
                </a:moveTo>
                <a:cubicBezTo>
                  <a:pt x="106" y="2289"/>
                  <a:pt x="106" y="2289"/>
                  <a:pt x="106" y="2289"/>
                </a:cubicBezTo>
                <a:cubicBezTo>
                  <a:pt x="301" y="1377"/>
                  <a:pt x="301" y="1377"/>
                  <a:pt x="301" y="1377"/>
                </a:cubicBezTo>
                <a:cubicBezTo>
                  <a:pt x="464" y="1377"/>
                  <a:pt x="464" y="1377"/>
                  <a:pt x="464" y="1377"/>
                </a:cubicBezTo>
                <a:cubicBezTo>
                  <a:pt x="464" y="1400"/>
                  <a:pt x="464" y="1400"/>
                  <a:pt x="464" y="1400"/>
                </a:cubicBezTo>
                <a:cubicBezTo>
                  <a:pt x="464" y="1426"/>
                  <a:pt x="485" y="1447"/>
                  <a:pt x="511" y="1447"/>
                </a:cubicBezTo>
                <a:cubicBezTo>
                  <a:pt x="536" y="1447"/>
                  <a:pt x="557" y="1426"/>
                  <a:pt x="557" y="1400"/>
                </a:cubicBezTo>
                <a:cubicBezTo>
                  <a:pt x="557" y="1377"/>
                  <a:pt x="557" y="1377"/>
                  <a:pt x="557" y="1377"/>
                </a:cubicBezTo>
                <a:cubicBezTo>
                  <a:pt x="1050" y="1377"/>
                  <a:pt x="1050" y="1377"/>
                  <a:pt x="1050" y="1377"/>
                </a:cubicBezTo>
                <a:cubicBezTo>
                  <a:pt x="1050" y="1400"/>
                  <a:pt x="1050" y="1400"/>
                  <a:pt x="1050" y="1400"/>
                </a:cubicBezTo>
                <a:cubicBezTo>
                  <a:pt x="1050" y="1426"/>
                  <a:pt x="1071" y="1447"/>
                  <a:pt x="1097" y="1447"/>
                </a:cubicBezTo>
                <a:cubicBezTo>
                  <a:pt x="1122" y="1447"/>
                  <a:pt x="1143" y="1426"/>
                  <a:pt x="1143" y="1400"/>
                </a:cubicBezTo>
                <a:cubicBezTo>
                  <a:pt x="1143" y="1377"/>
                  <a:pt x="1143" y="1377"/>
                  <a:pt x="1143" y="1377"/>
                </a:cubicBezTo>
                <a:cubicBezTo>
                  <a:pt x="1306" y="1377"/>
                  <a:pt x="1306" y="1377"/>
                  <a:pt x="1306" y="1377"/>
                </a:cubicBezTo>
                <a:cubicBezTo>
                  <a:pt x="1502" y="2289"/>
                  <a:pt x="1502" y="2289"/>
                  <a:pt x="1502" y="2289"/>
                </a:cubicBezTo>
                <a:lnTo>
                  <a:pt x="299" y="2289"/>
                </a:lnTo>
                <a:close/>
                <a:moveTo>
                  <a:pt x="557" y="1284"/>
                </a:moveTo>
                <a:cubicBezTo>
                  <a:pt x="557" y="1228"/>
                  <a:pt x="557" y="1228"/>
                  <a:pt x="557" y="1228"/>
                </a:cubicBezTo>
                <a:cubicBezTo>
                  <a:pt x="557" y="1092"/>
                  <a:pt x="668" y="982"/>
                  <a:pt x="804" y="982"/>
                </a:cubicBezTo>
                <a:cubicBezTo>
                  <a:pt x="940" y="982"/>
                  <a:pt x="1050" y="1092"/>
                  <a:pt x="1050" y="1228"/>
                </a:cubicBezTo>
                <a:cubicBezTo>
                  <a:pt x="1050" y="1284"/>
                  <a:pt x="1050" y="1284"/>
                  <a:pt x="1050" y="1284"/>
                </a:cubicBezTo>
                <a:lnTo>
                  <a:pt x="557" y="1284"/>
                </a:lnTo>
                <a:close/>
                <a:moveTo>
                  <a:pt x="1597" y="2289"/>
                </a:moveTo>
                <a:cubicBezTo>
                  <a:pt x="1389" y="1321"/>
                  <a:pt x="1389" y="1321"/>
                  <a:pt x="1389" y="1321"/>
                </a:cubicBezTo>
                <a:cubicBezTo>
                  <a:pt x="1384" y="1299"/>
                  <a:pt x="1365" y="1284"/>
                  <a:pt x="1344" y="1284"/>
                </a:cubicBezTo>
                <a:cubicBezTo>
                  <a:pt x="1143" y="1284"/>
                  <a:pt x="1143" y="1284"/>
                  <a:pt x="1143" y="1284"/>
                </a:cubicBezTo>
                <a:cubicBezTo>
                  <a:pt x="1143" y="1228"/>
                  <a:pt x="1143" y="1228"/>
                  <a:pt x="1143" y="1228"/>
                </a:cubicBezTo>
                <a:cubicBezTo>
                  <a:pt x="1143" y="1041"/>
                  <a:pt x="991" y="889"/>
                  <a:pt x="804" y="889"/>
                </a:cubicBezTo>
                <a:cubicBezTo>
                  <a:pt x="617" y="889"/>
                  <a:pt x="464" y="1041"/>
                  <a:pt x="464" y="1228"/>
                </a:cubicBezTo>
                <a:cubicBezTo>
                  <a:pt x="464" y="1284"/>
                  <a:pt x="464" y="1284"/>
                  <a:pt x="464" y="1284"/>
                </a:cubicBezTo>
                <a:cubicBezTo>
                  <a:pt x="346" y="1284"/>
                  <a:pt x="346" y="1284"/>
                  <a:pt x="346" y="1284"/>
                </a:cubicBezTo>
                <a:cubicBezTo>
                  <a:pt x="346" y="582"/>
                  <a:pt x="346" y="582"/>
                  <a:pt x="346" y="582"/>
                </a:cubicBezTo>
                <a:cubicBezTo>
                  <a:pt x="666" y="582"/>
                  <a:pt x="666" y="582"/>
                  <a:pt x="666" y="582"/>
                </a:cubicBezTo>
                <a:cubicBezTo>
                  <a:pt x="666" y="657"/>
                  <a:pt x="666" y="657"/>
                  <a:pt x="666" y="657"/>
                </a:cubicBezTo>
                <a:cubicBezTo>
                  <a:pt x="666" y="683"/>
                  <a:pt x="686" y="704"/>
                  <a:pt x="712" y="704"/>
                </a:cubicBezTo>
                <a:cubicBezTo>
                  <a:pt x="738" y="704"/>
                  <a:pt x="759" y="683"/>
                  <a:pt x="759" y="657"/>
                </a:cubicBezTo>
                <a:cubicBezTo>
                  <a:pt x="759" y="582"/>
                  <a:pt x="759" y="582"/>
                  <a:pt x="759" y="582"/>
                </a:cubicBezTo>
                <a:cubicBezTo>
                  <a:pt x="1521" y="582"/>
                  <a:pt x="1521" y="582"/>
                  <a:pt x="1521" y="582"/>
                </a:cubicBezTo>
                <a:cubicBezTo>
                  <a:pt x="1521" y="657"/>
                  <a:pt x="1521" y="657"/>
                  <a:pt x="1521" y="657"/>
                </a:cubicBezTo>
                <a:cubicBezTo>
                  <a:pt x="1521" y="683"/>
                  <a:pt x="1542" y="704"/>
                  <a:pt x="1568" y="704"/>
                </a:cubicBezTo>
                <a:cubicBezTo>
                  <a:pt x="1593" y="704"/>
                  <a:pt x="1614" y="683"/>
                  <a:pt x="1614" y="657"/>
                </a:cubicBezTo>
                <a:cubicBezTo>
                  <a:pt x="1614" y="582"/>
                  <a:pt x="1614" y="582"/>
                  <a:pt x="1614" y="582"/>
                </a:cubicBezTo>
                <a:cubicBezTo>
                  <a:pt x="1748" y="582"/>
                  <a:pt x="1748" y="582"/>
                  <a:pt x="1748" y="582"/>
                </a:cubicBezTo>
                <a:cubicBezTo>
                  <a:pt x="1748" y="1017"/>
                  <a:pt x="1748" y="1017"/>
                  <a:pt x="1748" y="1017"/>
                </a:cubicBezTo>
                <a:cubicBezTo>
                  <a:pt x="1748" y="1043"/>
                  <a:pt x="1769" y="1063"/>
                  <a:pt x="1795" y="1063"/>
                </a:cubicBezTo>
                <a:cubicBezTo>
                  <a:pt x="1820" y="1063"/>
                  <a:pt x="1841" y="1043"/>
                  <a:pt x="1841" y="1017"/>
                </a:cubicBezTo>
                <a:cubicBezTo>
                  <a:pt x="1841" y="582"/>
                  <a:pt x="1841" y="582"/>
                  <a:pt x="1841" y="582"/>
                </a:cubicBezTo>
                <a:cubicBezTo>
                  <a:pt x="1934" y="582"/>
                  <a:pt x="1934" y="582"/>
                  <a:pt x="1934" y="582"/>
                </a:cubicBezTo>
                <a:cubicBezTo>
                  <a:pt x="1934" y="2289"/>
                  <a:pt x="1934" y="2289"/>
                  <a:pt x="1934" y="2289"/>
                </a:cubicBezTo>
                <a:lnTo>
                  <a:pt x="1597" y="2289"/>
                </a:lnTo>
                <a:close/>
                <a:moveTo>
                  <a:pt x="1934" y="489"/>
                </a:moveTo>
                <a:cubicBezTo>
                  <a:pt x="1614" y="489"/>
                  <a:pt x="1614" y="489"/>
                  <a:pt x="1614" y="489"/>
                </a:cubicBezTo>
                <a:cubicBezTo>
                  <a:pt x="1614" y="475"/>
                  <a:pt x="1614" y="475"/>
                  <a:pt x="1614" y="475"/>
                </a:cubicBezTo>
                <a:cubicBezTo>
                  <a:pt x="1614" y="328"/>
                  <a:pt x="1547" y="197"/>
                  <a:pt x="1443" y="110"/>
                </a:cubicBezTo>
                <a:cubicBezTo>
                  <a:pt x="1478" y="99"/>
                  <a:pt x="1515" y="93"/>
                  <a:pt x="1553" y="93"/>
                </a:cubicBezTo>
                <a:cubicBezTo>
                  <a:pt x="1763" y="93"/>
                  <a:pt x="1934" y="265"/>
                  <a:pt x="1934" y="475"/>
                </a:cubicBezTo>
                <a:cubicBezTo>
                  <a:pt x="1934" y="489"/>
                  <a:pt x="1934" y="489"/>
                  <a:pt x="1934" y="489"/>
                </a:cubicBezTo>
                <a:close/>
                <a:moveTo>
                  <a:pt x="2290" y="2223"/>
                </a:moveTo>
                <a:cubicBezTo>
                  <a:pt x="2204" y="2137"/>
                  <a:pt x="2204" y="2137"/>
                  <a:pt x="2204" y="2137"/>
                </a:cubicBezTo>
                <a:cubicBezTo>
                  <a:pt x="2205" y="2135"/>
                  <a:pt x="2205" y="2132"/>
                  <a:pt x="2205" y="2129"/>
                </a:cubicBezTo>
                <a:cubicBezTo>
                  <a:pt x="2205" y="1618"/>
                  <a:pt x="2205" y="1618"/>
                  <a:pt x="2205" y="1618"/>
                </a:cubicBezTo>
                <a:cubicBezTo>
                  <a:pt x="2205" y="1592"/>
                  <a:pt x="2184" y="1571"/>
                  <a:pt x="2158" y="1571"/>
                </a:cubicBezTo>
                <a:cubicBezTo>
                  <a:pt x="2133" y="1571"/>
                  <a:pt x="2112" y="1592"/>
                  <a:pt x="2112" y="1618"/>
                </a:cubicBezTo>
                <a:cubicBezTo>
                  <a:pt x="2112" y="2129"/>
                  <a:pt x="2112" y="2129"/>
                  <a:pt x="2112" y="2129"/>
                </a:cubicBezTo>
                <a:cubicBezTo>
                  <a:pt x="2112" y="2132"/>
                  <a:pt x="2112" y="2135"/>
                  <a:pt x="2113" y="2137"/>
                </a:cubicBezTo>
                <a:cubicBezTo>
                  <a:pt x="2027" y="2223"/>
                  <a:pt x="2027" y="2223"/>
                  <a:pt x="2027" y="2223"/>
                </a:cubicBezTo>
                <a:cubicBezTo>
                  <a:pt x="2027" y="582"/>
                  <a:pt x="2027" y="582"/>
                  <a:pt x="2027" y="582"/>
                </a:cubicBezTo>
                <a:cubicBezTo>
                  <a:pt x="2290" y="582"/>
                  <a:pt x="2290" y="582"/>
                  <a:pt x="2290" y="582"/>
                </a:cubicBezTo>
                <a:lnTo>
                  <a:pt x="2290" y="222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D246AE6-CCB7-66C0-DE56-6142D6D0E693}"/>
              </a:ext>
            </a:extLst>
          </p:cNvPr>
          <p:cNvGrpSpPr/>
          <p:nvPr/>
        </p:nvGrpSpPr>
        <p:grpSpPr>
          <a:xfrm>
            <a:off x="4762241" y="2282113"/>
            <a:ext cx="365531" cy="365528"/>
            <a:chOff x="717550" y="5937250"/>
            <a:chExt cx="588963" cy="588963"/>
          </a:xfrm>
          <a:solidFill>
            <a:schemeClr val="bg1"/>
          </a:solidFill>
        </p:grpSpPr>
        <p:sp>
          <p:nvSpPr>
            <p:cNvPr id="74" name="Freeform 84">
              <a:extLst>
                <a:ext uri="{FF2B5EF4-FFF2-40B4-BE49-F238E27FC236}">
                  <a16:creationId xmlns:a16="http://schemas.microsoft.com/office/drawing/2014/main" id="{C475A2DC-5508-F8B5-78A6-E4C58DD8DE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7550" y="5937250"/>
              <a:ext cx="588963" cy="588963"/>
            </a:xfrm>
            <a:custGeom>
              <a:avLst/>
              <a:gdLst>
                <a:gd name="T0" fmla="*/ 1856 w 1984"/>
                <a:gd name="T1" fmla="*/ 192 h 1984"/>
                <a:gd name="T2" fmla="*/ 1280 w 1984"/>
                <a:gd name="T3" fmla="*/ 320 h 1984"/>
                <a:gd name="T4" fmla="*/ 992 w 1984"/>
                <a:gd name="T5" fmla="*/ 0 h 1984"/>
                <a:gd name="T6" fmla="*/ 0 w 1984"/>
                <a:gd name="T7" fmla="*/ 1824 h 1984"/>
                <a:gd name="T8" fmla="*/ 1152 w 1984"/>
                <a:gd name="T9" fmla="*/ 1824 h 1984"/>
                <a:gd name="T10" fmla="*/ 1504 w 1984"/>
                <a:gd name="T11" fmla="*/ 1344 h 1984"/>
                <a:gd name="T12" fmla="*/ 1523 w 1984"/>
                <a:gd name="T13" fmla="*/ 1169 h 1984"/>
                <a:gd name="T14" fmla="*/ 1600 w 1984"/>
                <a:gd name="T15" fmla="*/ 960 h 1984"/>
                <a:gd name="T16" fmla="*/ 1440 w 1984"/>
                <a:gd name="T17" fmla="*/ 724 h 1984"/>
                <a:gd name="T18" fmla="*/ 1856 w 1984"/>
                <a:gd name="T19" fmla="*/ 832 h 1984"/>
                <a:gd name="T20" fmla="*/ 1184 w 1984"/>
                <a:gd name="T21" fmla="*/ 678 h 1984"/>
                <a:gd name="T22" fmla="*/ 1024 w 1984"/>
                <a:gd name="T23" fmla="*/ 755 h 1984"/>
                <a:gd name="T24" fmla="*/ 128 w 1984"/>
                <a:gd name="T25" fmla="*/ 1600 h 1984"/>
                <a:gd name="T26" fmla="*/ 1088 w 1984"/>
                <a:gd name="T27" fmla="*/ 1440 h 1984"/>
                <a:gd name="T28" fmla="*/ 64 w 1984"/>
                <a:gd name="T29" fmla="*/ 320 h 1984"/>
                <a:gd name="T30" fmla="*/ 1184 w 1984"/>
                <a:gd name="T31" fmla="*/ 678 h 1984"/>
                <a:gd name="T32" fmla="*/ 832 w 1984"/>
                <a:gd name="T33" fmla="*/ 832 h 1984"/>
                <a:gd name="T34" fmla="*/ 711 w 1984"/>
                <a:gd name="T35" fmla="*/ 768 h 1984"/>
                <a:gd name="T36" fmla="*/ 525 w 1984"/>
                <a:gd name="T37" fmla="*/ 824 h 1984"/>
                <a:gd name="T38" fmla="*/ 446 w 1984"/>
                <a:gd name="T39" fmla="*/ 773 h 1984"/>
                <a:gd name="T40" fmla="*/ 320 w 1984"/>
                <a:gd name="T41" fmla="*/ 629 h 1984"/>
                <a:gd name="T42" fmla="*/ 494 w 1984"/>
                <a:gd name="T43" fmla="*/ 731 h 1984"/>
                <a:gd name="T44" fmla="*/ 625 w 1984"/>
                <a:gd name="T45" fmla="*/ 768 h 1984"/>
                <a:gd name="T46" fmla="*/ 704 w 1984"/>
                <a:gd name="T47" fmla="*/ 832 h 1984"/>
                <a:gd name="T48" fmla="*/ 640 w 1984"/>
                <a:gd name="T49" fmla="*/ 832 h 1984"/>
                <a:gd name="T50" fmla="*/ 576 w 1984"/>
                <a:gd name="T51" fmla="*/ 1024 h 1984"/>
                <a:gd name="T52" fmla="*/ 768 w 1984"/>
                <a:gd name="T53" fmla="*/ 1344 h 1984"/>
                <a:gd name="T54" fmla="*/ 960 w 1984"/>
                <a:gd name="T55" fmla="*/ 1536 h 1984"/>
                <a:gd name="T56" fmla="*/ 960 w 1984"/>
                <a:gd name="T57" fmla="*/ 448 h 1984"/>
                <a:gd name="T58" fmla="*/ 896 w 1984"/>
                <a:gd name="T59" fmla="*/ 832 h 1984"/>
                <a:gd name="T60" fmla="*/ 160 w 1984"/>
                <a:gd name="T61" fmla="*/ 64 h 1984"/>
                <a:gd name="T62" fmla="*/ 1088 w 1984"/>
                <a:gd name="T63" fmla="*/ 256 h 1984"/>
                <a:gd name="T64" fmla="*/ 160 w 1984"/>
                <a:gd name="T65" fmla="*/ 64 h 1984"/>
                <a:gd name="T66" fmla="*/ 64 w 1984"/>
                <a:gd name="T67" fmla="*/ 1824 h 1984"/>
                <a:gd name="T68" fmla="*/ 1088 w 1984"/>
                <a:gd name="T69" fmla="*/ 1824 h 1984"/>
                <a:gd name="T70" fmla="*/ 1504 w 1984"/>
                <a:gd name="T71" fmla="*/ 992 h 1984"/>
                <a:gd name="T72" fmla="*/ 1472 w 1984"/>
                <a:gd name="T73" fmla="*/ 1056 h 1984"/>
                <a:gd name="T74" fmla="*/ 1248 w 1984"/>
                <a:gd name="T75" fmla="*/ 1120 h 1984"/>
                <a:gd name="T76" fmla="*/ 1472 w 1984"/>
                <a:gd name="T77" fmla="*/ 1216 h 1984"/>
                <a:gd name="T78" fmla="*/ 1248 w 1984"/>
                <a:gd name="T79" fmla="*/ 1312 h 1984"/>
                <a:gd name="T80" fmla="*/ 1408 w 1984"/>
                <a:gd name="T81" fmla="*/ 1376 h 1984"/>
                <a:gd name="T82" fmla="*/ 905 w 1984"/>
                <a:gd name="T83" fmla="*/ 1280 h 1984"/>
                <a:gd name="T84" fmla="*/ 939 w 1984"/>
                <a:gd name="T85" fmla="*/ 896 h 1984"/>
                <a:gd name="T86" fmla="*/ 1184 w 1984"/>
                <a:gd name="T87" fmla="*/ 800 h 1984"/>
                <a:gd name="T88" fmla="*/ 1536 w 1984"/>
                <a:gd name="T89" fmla="*/ 960 h 1984"/>
                <a:gd name="T90" fmla="*/ 1248 w 1984"/>
                <a:gd name="T91" fmla="*/ 701 h 1984"/>
                <a:gd name="T92" fmla="*/ 1376 w 1984"/>
                <a:gd name="T93" fmla="*/ 864 h 1984"/>
                <a:gd name="T94" fmla="*/ 1280 w 1984"/>
                <a:gd name="T95" fmla="*/ 384 h 1984"/>
                <a:gd name="T96" fmla="*/ 1664 w 1984"/>
                <a:gd name="T97" fmla="*/ 748 h 1984"/>
                <a:gd name="T98" fmla="*/ 1792 w 1984"/>
                <a:gd name="T99" fmla="*/ 768 h 1984"/>
                <a:gd name="T100" fmla="*/ 1792 w 1984"/>
                <a:gd name="T101" fmla="*/ 256 h 1984"/>
                <a:gd name="T102" fmla="*/ 1856 w 1984"/>
                <a:gd name="T103" fmla="*/ 422 h 1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84" h="1984">
                  <a:moveTo>
                    <a:pt x="1984" y="512"/>
                  </a:moveTo>
                  <a:cubicBezTo>
                    <a:pt x="1984" y="435"/>
                    <a:pt x="1929" y="370"/>
                    <a:pt x="1856" y="355"/>
                  </a:cubicBezTo>
                  <a:cubicBezTo>
                    <a:pt x="1856" y="192"/>
                    <a:pt x="1856" y="192"/>
                    <a:pt x="1856" y="192"/>
                  </a:cubicBezTo>
                  <a:cubicBezTo>
                    <a:pt x="1688" y="192"/>
                    <a:pt x="1688" y="192"/>
                    <a:pt x="1688" y="192"/>
                  </a:cubicBezTo>
                  <a:cubicBezTo>
                    <a:pt x="1569" y="252"/>
                    <a:pt x="1569" y="252"/>
                    <a:pt x="1569" y="252"/>
                  </a:cubicBezTo>
                  <a:cubicBezTo>
                    <a:pt x="1480" y="296"/>
                    <a:pt x="1380" y="320"/>
                    <a:pt x="1280" y="320"/>
                  </a:cubicBezTo>
                  <a:cubicBezTo>
                    <a:pt x="1231" y="320"/>
                    <a:pt x="1186" y="339"/>
                    <a:pt x="1152" y="369"/>
                  </a:cubicBezTo>
                  <a:cubicBezTo>
                    <a:pt x="1152" y="160"/>
                    <a:pt x="1152" y="160"/>
                    <a:pt x="1152" y="160"/>
                  </a:cubicBezTo>
                  <a:cubicBezTo>
                    <a:pt x="1152" y="72"/>
                    <a:pt x="1080" y="0"/>
                    <a:pt x="992" y="0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72" y="0"/>
                    <a:pt x="0" y="72"/>
                    <a:pt x="0" y="160"/>
                  </a:cubicBezTo>
                  <a:cubicBezTo>
                    <a:pt x="0" y="1824"/>
                    <a:pt x="0" y="1824"/>
                    <a:pt x="0" y="1824"/>
                  </a:cubicBezTo>
                  <a:cubicBezTo>
                    <a:pt x="0" y="1912"/>
                    <a:pt x="72" y="1984"/>
                    <a:pt x="160" y="1984"/>
                  </a:cubicBezTo>
                  <a:cubicBezTo>
                    <a:pt x="992" y="1984"/>
                    <a:pt x="992" y="1984"/>
                    <a:pt x="992" y="1984"/>
                  </a:cubicBezTo>
                  <a:cubicBezTo>
                    <a:pt x="1080" y="1984"/>
                    <a:pt x="1152" y="1912"/>
                    <a:pt x="1152" y="1824"/>
                  </a:cubicBezTo>
                  <a:cubicBezTo>
                    <a:pt x="1152" y="1440"/>
                    <a:pt x="1152" y="1440"/>
                    <a:pt x="1152" y="1440"/>
                  </a:cubicBezTo>
                  <a:cubicBezTo>
                    <a:pt x="1408" y="1440"/>
                    <a:pt x="1408" y="1440"/>
                    <a:pt x="1408" y="1440"/>
                  </a:cubicBezTo>
                  <a:cubicBezTo>
                    <a:pt x="1461" y="1440"/>
                    <a:pt x="1504" y="1397"/>
                    <a:pt x="1504" y="1344"/>
                  </a:cubicBezTo>
                  <a:cubicBezTo>
                    <a:pt x="1504" y="1327"/>
                    <a:pt x="1499" y="1311"/>
                    <a:pt x="1491" y="1297"/>
                  </a:cubicBezTo>
                  <a:cubicBezTo>
                    <a:pt x="1518" y="1280"/>
                    <a:pt x="1536" y="1250"/>
                    <a:pt x="1536" y="1216"/>
                  </a:cubicBezTo>
                  <a:cubicBezTo>
                    <a:pt x="1536" y="1199"/>
                    <a:pt x="1531" y="1183"/>
                    <a:pt x="1523" y="1169"/>
                  </a:cubicBezTo>
                  <a:cubicBezTo>
                    <a:pt x="1550" y="1152"/>
                    <a:pt x="1568" y="1122"/>
                    <a:pt x="1568" y="1088"/>
                  </a:cubicBezTo>
                  <a:cubicBezTo>
                    <a:pt x="1568" y="1071"/>
                    <a:pt x="1563" y="1055"/>
                    <a:pt x="1555" y="1041"/>
                  </a:cubicBezTo>
                  <a:cubicBezTo>
                    <a:pt x="1582" y="1024"/>
                    <a:pt x="1600" y="994"/>
                    <a:pt x="1600" y="960"/>
                  </a:cubicBezTo>
                  <a:cubicBezTo>
                    <a:pt x="1600" y="907"/>
                    <a:pt x="1557" y="864"/>
                    <a:pt x="1504" y="864"/>
                  </a:cubicBezTo>
                  <a:cubicBezTo>
                    <a:pt x="1440" y="864"/>
                    <a:pt x="1440" y="864"/>
                    <a:pt x="1440" y="864"/>
                  </a:cubicBezTo>
                  <a:cubicBezTo>
                    <a:pt x="1440" y="724"/>
                    <a:pt x="1440" y="724"/>
                    <a:pt x="1440" y="724"/>
                  </a:cubicBezTo>
                  <a:cubicBezTo>
                    <a:pt x="1484" y="736"/>
                    <a:pt x="1528" y="752"/>
                    <a:pt x="1569" y="772"/>
                  </a:cubicBezTo>
                  <a:cubicBezTo>
                    <a:pt x="1688" y="832"/>
                    <a:pt x="1688" y="832"/>
                    <a:pt x="1688" y="832"/>
                  </a:cubicBezTo>
                  <a:cubicBezTo>
                    <a:pt x="1856" y="832"/>
                    <a:pt x="1856" y="832"/>
                    <a:pt x="1856" y="832"/>
                  </a:cubicBezTo>
                  <a:cubicBezTo>
                    <a:pt x="1856" y="669"/>
                    <a:pt x="1856" y="669"/>
                    <a:pt x="1856" y="669"/>
                  </a:cubicBezTo>
                  <a:cubicBezTo>
                    <a:pt x="1929" y="654"/>
                    <a:pt x="1984" y="589"/>
                    <a:pt x="1984" y="512"/>
                  </a:cubicBezTo>
                  <a:close/>
                  <a:moveTo>
                    <a:pt x="1184" y="678"/>
                  </a:moveTo>
                  <a:cubicBezTo>
                    <a:pt x="1184" y="736"/>
                    <a:pt x="1184" y="736"/>
                    <a:pt x="1184" y="736"/>
                  </a:cubicBezTo>
                  <a:cubicBezTo>
                    <a:pt x="1099" y="736"/>
                    <a:pt x="1099" y="736"/>
                    <a:pt x="1099" y="736"/>
                  </a:cubicBezTo>
                  <a:cubicBezTo>
                    <a:pt x="1073" y="736"/>
                    <a:pt x="1047" y="743"/>
                    <a:pt x="1024" y="755"/>
                  </a:cubicBezTo>
                  <a:cubicBezTo>
                    <a:pt x="1024" y="384"/>
                    <a:pt x="1024" y="384"/>
                    <a:pt x="1024" y="384"/>
                  </a:cubicBezTo>
                  <a:cubicBezTo>
                    <a:pt x="128" y="384"/>
                    <a:pt x="128" y="384"/>
                    <a:pt x="128" y="384"/>
                  </a:cubicBezTo>
                  <a:cubicBezTo>
                    <a:pt x="128" y="1600"/>
                    <a:pt x="128" y="1600"/>
                    <a:pt x="128" y="1600"/>
                  </a:cubicBezTo>
                  <a:cubicBezTo>
                    <a:pt x="1024" y="1600"/>
                    <a:pt x="1024" y="1600"/>
                    <a:pt x="1024" y="1600"/>
                  </a:cubicBezTo>
                  <a:cubicBezTo>
                    <a:pt x="1024" y="1425"/>
                    <a:pt x="1024" y="1425"/>
                    <a:pt x="1024" y="1425"/>
                  </a:cubicBezTo>
                  <a:cubicBezTo>
                    <a:pt x="1044" y="1434"/>
                    <a:pt x="1066" y="1439"/>
                    <a:pt x="1088" y="1440"/>
                  </a:cubicBezTo>
                  <a:cubicBezTo>
                    <a:pt x="1088" y="1664"/>
                    <a:pt x="1088" y="1664"/>
                    <a:pt x="1088" y="1664"/>
                  </a:cubicBezTo>
                  <a:cubicBezTo>
                    <a:pt x="64" y="1664"/>
                    <a:pt x="64" y="1664"/>
                    <a:pt x="64" y="1664"/>
                  </a:cubicBezTo>
                  <a:cubicBezTo>
                    <a:pt x="64" y="320"/>
                    <a:pt x="64" y="320"/>
                    <a:pt x="64" y="320"/>
                  </a:cubicBezTo>
                  <a:cubicBezTo>
                    <a:pt x="1088" y="320"/>
                    <a:pt x="1088" y="320"/>
                    <a:pt x="1088" y="320"/>
                  </a:cubicBezTo>
                  <a:cubicBezTo>
                    <a:pt x="1088" y="512"/>
                    <a:pt x="1088" y="512"/>
                    <a:pt x="1088" y="512"/>
                  </a:cubicBezTo>
                  <a:cubicBezTo>
                    <a:pt x="1088" y="583"/>
                    <a:pt x="1127" y="645"/>
                    <a:pt x="1184" y="678"/>
                  </a:cubicBezTo>
                  <a:close/>
                  <a:moveTo>
                    <a:pt x="711" y="768"/>
                  </a:moveTo>
                  <a:cubicBezTo>
                    <a:pt x="832" y="629"/>
                    <a:pt x="832" y="629"/>
                    <a:pt x="832" y="629"/>
                  </a:cubicBezTo>
                  <a:cubicBezTo>
                    <a:pt x="832" y="832"/>
                    <a:pt x="832" y="832"/>
                    <a:pt x="832" y="832"/>
                  </a:cubicBezTo>
                  <a:cubicBezTo>
                    <a:pt x="768" y="832"/>
                    <a:pt x="768" y="832"/>
                    <a:pt x="768" y="832"/>
                  </a:cubicBezTo>
                  <a:cubicBezTo>
                    <a:pt x="768" y="768"/>
                    <a:pt x="768" y="768"/>
                    <a:pt x="768" y="768"/>
                  </a:cubicBezTo>
                  <a:lnTo>
                    <a:pt x="711" y="768"/>
                  </a:lnTo>
                  <a:close/>
                  <a:moveTo>
                    <a:pt x="576" y="960"/>
                  </a:moveTo>
                  <a:cubicBezTo>
                    <a:pt x="372" y="960"/>
                    <a:pt x="372" y="960"/>
                    <a:pt x="372" y="960"/>
                  </a:cubicBezTo>
                  <a:cubicBezTo>
                    <a:pt x="525" y="824"/>
                    <a:pt x="525" y="824"/>
                    <a:pt x="525" y="824"/>
                  </a:cubicBezTo>
                  <a:cubicBezTo>
                    <a:pt x="541" y="829"/>
                    <a:pt x="559" y="832"/>
                    <a:pt x="576" y="832"/>
                  </a:cubicBezTo>
                  <a:lnTo>
                    <a:pt x="576" y="960"/>
                  </a:lnTo>
                  <a:close/>
                  <a:moveTo>
                    <a:pt x="446" y="773"/>
                  </a:moveTo>
                  <a:cubicBezTo>
                    <a:pt x="452" y="780"/>
                    <a:pt x="458" y="786"/>
                    <a:pt x="465" y="792"/>
                  </a:cubicBezTo>
                  <a:cubicBezTo>
                    <a:pt x="320" y="921"/>
                    <a:pt x="320" y="921"/>
                    <a:pt x="320" y="921"/>
                  </a:cubicBezTo>
                  <a:cubicBezTo>
                    <a:pt x="320" y="629"/>
                    <a:pt x="320" y="629"/>
                    <a:pt x="320" y="629"/>
                  </a:cubicBezTo>
                  <a:lnTo>
                    <a:pt x="446" y="773"/>
                  </a:lnTo>
                  <a:close/>
                  <a:moveTo>
                    <a:pt x="576" y="768"/>
                  </a:moveTo>
                  <a:cubicBezTo>
                    <a:pt x="545" y="768"/>
                    <a:pt x="515" y="754"/>
                    <a:pt x="494" y="731"/>
                  </a:cubicBezTo>
                  <a:cubicBezTo>
                    <a:pt x="359" y="576"/>
                    <a:pt x="359" y="576"/>
                    <a:pt x="359" y="576"/>
                  </a:cubicBezTo>
                  <a:cubicBezTo>
                    <a:pt x="793" y="576"/>
                    <a:pt x="793" y="576"/>
                    <a:pt x="793" y="576"/>
                  </a:cubicBezTo>
                  <a:cubicBezTo>
                    <a:pt x="625" y="768"/>
                    <a:pt x="625" y="768"/>
                    <a:pt x="625" y="768"/>
                  </a:cubicBezTo>
                  <a:lnTo>
                    <a:pt x="576" y="768"/>
                  </a:lnTo>
                  <a:close/>
                  <a:moveTo>
                    <a:pt x="640" y="832"/>
                  </a:moveTo>
                  <a:cubicBezTo>
                    <a:pt x="704" y="832"/>
                    <a:pt x="704" y="832"/>
                    <a:pt x="704" y="832"/>
                  </a:cubicBezTo>
                  <a:cubicBezTo>
                    <a:pt x="704" y="1344"/>
                    <a:pt x="704" y="1344"/>
                    <a:pt x="704" y="1344"/>
                  </a:cubicBezTo>
                  <a:cubicBezTo>
                    <a:pt x="640" y="1344"/>
                    <a:pt x="640" y="1344"/>
                    <a:pt x="640" y="1344"/>
                  </a:cubicBezTo>
                  <a:lnTo>
                    <a:pt x="640" y="832"/>
                  </a:lnTo>
                  <a:close/>
                  <a:moveTo>
                    <a:pt x="256" y="512"/>
                  </a:moveTo>
                  <a:cubicBezTo>
                    <a:pt x="256" y="1024"/>
                    <a:pt x="256" y="1024"/>
                    <a:pt x="256" y="1024"/>
                  </a:cubicBezTo>
                  <a:cubicBezTo>
                    <a:pt x="576" y="1024"/>
                    <a:pt x="576" y="1024"/>
                    <a:pt x="576" y="1024"/>
                  </a:cubicBezTo>
                  <a:cubicBezTo>
                    <a:pt x="576" y="1408"/>
                    <a:pt x="576" y="1408"/>
                    <a:pt x="576" y="1408"/>
                  </a:cubicBezTo>
                  <a:cubicBezTo>
                    <a:pt x="768" y="1408"/>
                    <a:pt x="768" y="1408"/>
                    <a:pt x="768" y="1408"/>
                  </a:cubicBezTo>
                  <a:cubicBezTo>
                    <a:pt x="768" y="1344"/>
                    <a:pt x="768" y="1344"/>
                    <a:pt x="768" y="1344"/>
                  </a:cubicBezTo>
                  <a:cubicBezTo>
                    <a:pt x="887" y="1344"/>
                    <a:pt x="887" y="1344"/>
                    <a:pt x="887" y="1344"/>
                  </a:cubicBezTo>
                  <a:cubicBezTo>
                    <a:pt x="960" y="1388"/>
                    <a:pt x="960" y="1388"/>
                    <a:pt x="960" y="1388"/>
                  </a:cubicBezTo>
                  <a:cubicBezTo>
                    <a:pt x="960" y="1536"/>
                    <a:pt x="960" y="1536"/>
                    <a:pt x="960" y="1536"/>
                  </a:cubicBezTo>
                  <a:cubicBezTo>
                    <a:pt x="192" y="1536"/>
                    <a:pt x="192" y="1536"/>
                    <a:pt x="192" y="1536"/>
                  </a:cubicBezTo>
                  <a:cubicBezTo>
                    <a:pt x="192" y="448"/>
                    <a:pt x="192" y="448"/>
                    <a:pt x="192" y="448"/>
                  </a:cubicBezTo>
                  <a:cubicBezTo>
                    <a:pt x="960" y="448"/>
                    <a:pt x="960" y="448"/>
                    <a:pt x="960" y="448"/>
                  </a:cubicBezTo>
                  <a:cubicBezTo>
                    <a:pt x="960" y="800"/>
                    <a:pt x="960" y="800"/>
                    <a:pt x="960" y="800"/>
                  </a:cubicBezTo>
                  <a:cubicBezTo>
                    <a:pt x="917" y="832"/>
                    <a:pt x="917" y="832"/>
                    <a:pt x="917" y="832"/>
                  </a:cubicBezTo>
                  <a:cubicBezTo>
                    <a:pt x="896" y="832"/>
                    <a:pt x="896" y="832"/>
                    <a:pt x="896" y="832"/>
                  </a:cubicBezTo>
                  <a:cubicBezTo>
                    <a:pt x="896" y="512"/>
                    <a:pt x="896" y="512"/>
                    <a:pt x="896" y="512"/>
                  </a:cubicBezTo>
                  <a:lnTo>
                    <a:pt x="256" y="512"/>
                  </a:lnTo>
                  <a:close/>
                  <a:moveTo>
                    <a:pt x="160" y="64"/>
                  </a:moveTo>
                  <a:cubicBezTo>
                    <a:pt x="992" y="64"/>
                    <a:pt x="992" y="64"/>
                    <a:pt x="992" y="64"/>
                  </a:cubicBezTo>
                  <a:cubicBezTo>
                    <a:pt x="1045" y="64"/>
                    <a:pt x="1088" y="107"/>
                    <a:pt x="1088" y="160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64" y="256"/>
                    <a:pt x="64" y="256"/>
                    <a:pt x="64" y="256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07"/>
                    <a:pt x="107" y="64"/>
                    <a:pt x="160" y="64"/>
                  </a:cubicBezTo>
                  <a:close/>
                  <a:moveTo>
                    <a:pt x="992" y="1920"/>
                  </a:moveTo>
                  <a:cubicBezTo>
                    <a:pt x="160" y="1920"/>
                    <a:pt x="160" y="1920"/>
                    <a:pt x="160" y="1920"/>
                  </a:cubicBezTo>
                  <a:cubicBezTo>
                    <a:pt x="107" y="1920"/>
                    <a:pt x="64" y="1877"/>
                    <a:pt x="64" y="1824"/>
                  </a:cubicBezTo>
                  <a:cubicBezTo>
                    <a:pt x="64" y="1728"/>
                    <a:pt x="64" y="1728"/>
                    <a:pt x="64" y="1728"/>
                  </a:cubicBezTo>
                  <a:cubicBezTo>
                    <a:pt x="1088" y="1728"/>
                    <a:pt x="1088" y="1728"/>
                    <a:pt x="1088" y="1728"/>
                  </a:cubicBezTo>
                  <a:cubicBezTo>
                    <a:pt x="1088" y="1824"/>
                    <a:pt x="1088" y="1824"/>
                    <a:pt x="1088" y="1824"/>
                  </a:cubicBezTo>
                  <a:cubicBezTo>
                    <a:pt x="1088" y="1877"/>
                    <a:pt x="1045" y="1920"/>
                    <a:pt x="992" y="1920"/>
                  </a:cubicBezTo>
                  <a:close/>
                  <a:moveTo>
                    <a:pt x="1536" y="960"/>
                  </a:moveTo>
                  <a:cubicBezTo>
                    <a:pt x="1536" y="978"/>
                    <a:pt x="1522" y="992"/>
                    <a:pt x="1504" y="992"/>
                  </a:cubicBezTo>
                  <a:cubicBezTo>
                    <a:pt x="1248" y="992"/>
                    <a:pt x="1248" y="992"/>
                    <a:pt x="1248" y="992"/>
                  </a:cubicBezTo>
                  <a:cubicBezTo>
                    <a:pt x="1248" y="1056"/>
                    <a:pt x="1248" y="1056"/>
                    <a:pt x="1248" y="1056"/>
                  </a:cubicBezTo>
                  <a:cubicBezTo>
                    <a:pt x="1472" y="1056"/>
                    <a:pt x="1472" y="1056"/>
                    <a:pt x="1472" y="1056"/>
                  </a:cubicBezTo>
                  <a:cubicBezTo>
                    <a:pt x="1490" y="1056"/>
                    <a:pt x="1504" y="1070"/>
                    <a:pt x="1504" y="1088"/>
                  </a:cubicBezTo>
                  <a:cubicBezTo>
                    <a:pt x="1504" y="1106"/>
                    <a:pt x="1490" y="1120"/>
                    <a:pt x="1472" y="1120"/>
                  </a:cubicBezTo>
                  <a:cubicBezTo>
                    <a:pt x="1248" y="1120"/>
                    <a:pt x="1248" y="1120"/>
                    <a:pt x="1248" y="1120"/>
                  </a:cubicBezTo>
                  <a:cubicBezTo>
                    <a:pt x="1248" y="1184"/>
                    <a:pt x="1248" y="1184"/>
                    <a:pt x="1248" y="1184"/>
                  </a:cubicBezTo>
                  <a:cubicBezTo>
                    <a:pt x="1440" y="1184"/>
                    <a:pt x="1440" y="1184"/>
                    <a:pt x="1440" y="1184"/>
                  </a:cubicBezTo>
                  <a:cubicBezTo>
                    <a:pt x="1458" y="1184"/>
                    <a:pt x="1472" y="1198"/>
                    <a:pt x="1472" y="1216"/>
                  </a:cubicBezTo>
                  <a:cubicBezTo>
                    <a:pt x="1472" y="1234"/>
                    <a:pt x="1458" y="1248"/>
                    <a:pt x="1440" y="1248"/>
                  </a:cubicBezTo>
                  <a:cubicBezTo>
                    <a:pt x="1248" y="1248"/>
                    <a:pt x="1248" y="1248"/>
                    <a:pt x="1248" y="1248"/>
                  </a:cubicBezTo>
                  <a:cubicBezTo>
                    <a:pt x="1248" y="1312"/>
                    <a:pt x="1248" y="1312"/>
                    <a:pt x="1248" y="1312"/>
                  </a:cubicBezTo>
                  <a:cubicBezTo>
                    <a:pt x="1408" y="1312"/>
                    <a:pt x="1408" y="1312"/>
                    <a:pt x="1408" y="1312"/>
                  </a:cubicBezTo>
                  <a:cubicBezTo>
                    <a:pt x="1426" y="1312"/>
                    <a:pt x="1440" y="1326"/>
                    <a:pt x="1440" y="1344"/>
                  </a:cubicBezTo>
                  <a:cubicBezTo>
                    <a:pt x="1440" y="1362"/>
                    <a:pt x="1426" y="1376"/>
                    <a:pt x="1408" y="1376"/>
                  </a:cubicBezTo>
                  <a:cubicBezTo>
                    <a:pt x="1091" y="1376"/>
                    <a:pt x="1091" y="1376"/>
                    <a:pt x="1091" y="1376"/>
                  </a:cubicBezTo>
                  <a:cubicBezTo>
                    <a:pt x="1074" y="1376"/>
                    <a:pt x="1057" y="1371"/>
                    <a:pt x="1042" y="1362"/>
                  </a:cubicBezTo>
                  <a:cubicBezTo>
                    <a:pt x="905" y="1280"/>
                    <a:pt x="905" y="1280"/>
                    <a:pt x="905" y="1280"/>
                  </a:cubicBezTo>
                  <a:cubicBezTo>
                    <a:pt x="768" y="1280"/>
                    <a:pt x="768" y="1280"/>
                    <a:pt x="768" y="1280"/>
                  </a:cubicBezTo>
                  <a:cubicBezTo>
                    <a:pt x="768" y="896"/>
                    <a:pt x="768" y="896"/>
                    <a:pt x="768" y="896"/>
                  </a:cubicBezTo>
                  <a:cubicBezTo>
                    <a:pt x="939" y="896"/>
                    <a:pt x="939" y="896"/>
                    <a:pt x="939" y="896"/>
                  </a:cubicBezTo>
                  <a:cubicBezTo>
                    <a:pt x="1041" y="819"/>
                    <a:pt x="1041" y="819"/>
                    <a:pt x="1041" y="819"/>
                  </a:cubicBezTo>
                  <a:cubicBezTo>
                    <a:pt x="1058" y="807"/>
                    <a:pt x="1078" y="800"/>
                    <a:pt x="1099" y="800"/>
                  </a:cubicBezTo>
                  <a:cubicBezTo>
                    <a:pt x="1184" y="800"/>
                    <a:pt x="1184" y="800"/>
                    <a:pt x="1184" y="800"/>
                  </a:cubicBezTo>
                  <a:cubicBezTo>
                    <a:pt x="1184" y="928"/>
                    <a:pt x="1184" y="928"/>
                    <a:pt x="1184" y="928"/>
                  </a:cubicBezTo>
                  <a:cubicBezTo>
                    <a:pt x="1504" y="928"/>
                    <a:pt x="1504" y="928"/>
                    <a:pt x="1504" y="928"/>
                  </a:cubicBezTo>
                  <a:cubicBezTo>
                    <a:pt x="1522" y="928"/>
                    <a:pt x="1536" y="942"/>
                    <a:pt x="1536" y="960"/>
                  </a:cubicBezTo>
                  <a:close/>
                  <a:moveTo>
                    <a:pt x="1376" y="864"/>
                  </a:moveTo>
                  <a:cubicBezTo>
                    <a:pt x="1248" y="864"/>
                    <a:pt x="1248" y="864"/>
                    <a:pt x="1248" y="864"/>
                  </a:cubicBezTo>
                  <a:cubicBezTo>
                    <a:pt x="1248" y="701"/>
                    <a:pt x="1248" y="701"/>
                    <a:pt x="1248" y="701"/>
                  </a:cubicBezTo>
                  <a:cubicBezTo>
                    <a:pt x="1258" y="703"/>
                    <a:pt x="1269" y="704"/>
                    <a:pt x="1280" y="704"/>
                  </a:cubicBezTo>
                  <a:cubicBezTo>
                    <a:pt x="1312" y="704"/>
                    <a:pt x="1344" y="707"/>
                    <a:pt x="1376" y="712"/>
                  </a:cubicBezTo>
                  <a:lnTo>
                    <a:pt x="1376" y="864"/>
                  </a:lnTo>
                  <a:close/>
                  <a:moveTo>
                    <a:pt x="1280" y="640"/>
                  </a:moveTo>
                  <a:cubicBezTo>
                    <a:pt x="1209" y="640"/>
                    <a:pt x="1152" y="583"/>
                    <a:pt x="1152" y="512"/>
                  </a:cubicBezTo>
                  <a:cubicBezTo>
                    <a:pt x="1152" y="441"/>
                    <a:pt x="1209" y="384"/>
                    <a:pt x="1280" y="384"/>
                  </a:cubicBezTo>
                  <a:cubicBezTo>
                    <a:pt x="1390" y="384"/>
                    <a:pt x="1499" y="358"/>
                    <a:pt x="1597" y="309"/>
                  </a:cubicBezTo>
                  <a:cubicBezTo>
                    <a:pt x="1664" y="276"/>
                    <a:pt x="1664" y="276"/>
                    <a:pt x="1664" y="276"/>
                  </a:cubicBezTo>
                  <a:cubicBezTo>
                    <a:pt x="1664" y="748"/>
                    <a:pt x="1664" y="748"/>
                    <a:pt x="1664" y="748"/>
                  </a:cubicBezTo>
                  <a:cubicBezTo>
                    <a:pt x="1597" y="715"/>
                    <a:pt x="1597" y="715"/>
                    <a:pt x="1597" y="715"/>
                  </a:cubicBezTo>
                  <a:cubicBezTo>
                    <a:pt x="1499" y="666"/>
                    <a:pt x="1390" y="640"/>
                    <a:pt x="1280" y="640"/>
                  </a:cubicBezTo>
                  <a:close/>
                  <a:moveTo>
                    <a:pt x="1792" y="768"/>
                  </a:moveTo>
                  <a:cubicBezTo>
                    <a:pt x="1728" y="768"/>
                    <a:pt x="1728" y="768"/>
                    <a:pt x="1728" y="768"/>
                  </a:cubicBezTo>
                  <a:cubicBezTo>
                    <a:pt x="1728" y="256"/>
                    <a:pt x="1728" y="256"/>
                    <a:pt x="1728" y="256"/>
                  </a:cubicBezTo>
                  <a:cubicBezTo>
                    <a:pt x="1792" y="256"/>
                    <a:pt x="1792" y="256"/>
                    <a:pt x="1792" y="256"/>
                  </a:cubicBezTo>
                  <a:lnTo>
                    <a:pt x="1792" y="768"/>
                  </a:lnTo>
                  <a:close/>
                  <a:moveTo>
                    <a:pt x="1856" y="602"/>
                  </a:moveTo>
                  <a:cubicBezTo>
                    <a:pt x="1856" y="422"/>
                    <a:pt x="1856" y="422"/>
                    <a:pt x="1856" y="422"/>
                  </a:cubicBezTo>
                  <a:cubicBezTo>
                    <a:pt x="1893" y="435"/>
                    <a:pt x="1920" y="470"/>
                    <a:pt x="1920" y="512"/>
                  </a:cubicBezTo>
                  <a:cubicBezTo>
                    <a:pt x="1920" y="554"/>
                    <a:pt x="1893" y="589"/>
                    <a:pt x="1856" y="6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5" name="Rectangle 85">
              <a:extLst>
                <a:ext uri="{FF2B5EF4-FFF2-40B4-BE49-F238E27FC236}">
                  <a16:creationId xmlns:a16="http://schemas.microsoft.com/office/drawing/2014/main" id="{F525FA00-CEA2-226A-5B8B-91A147D7A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900" y="5975350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6" name="Rectangle 86">
              <a:extLst>
                <a:ext uri="{FF2B5EF4-FFF2-40B4-BE49-F238E27FC236}">
                  <a16:creationId xmlns:a16="http://schemas.microsoft.com/office/drawing/2014/main" id="{7FA02EA0-56ED-E1C2-5F34-49694731E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150" y="5975350"/>
              <a:ext cx="190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7" name="Rectangle 87">
              <a:extLst>
                <a:ext uri="{FF2B5EF4-FFF2-40B4-BE49-F238E27FC236}">
                  <a16:creationId xmlns:a16="http://schemas.microsoft.com/office/drawing/2014/main" id="{504621BA-2A38-5DC9-2131-731A13C89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800" y="5975350"/>
              <a:ext cx="190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8" name="Rectangle 88">
              <a:extLst>
                <a:ext uri="{FF2B5EF4-FFF2-40B4-BE49-F238E27FC236}">
                  <a16:creationId xmlns:a16="http://schemas.microsoft.com/office/drawing/2014/main" id="{4E5DA211-0B2F-54E7-6479-60918EF11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" y="6469063"/>
              <a:ext cx="5715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79" name="Rectangle 89">
              <a:extLst>
                <a:ext uri="{FF2B5EF4-FFF2-40B4-BE49-F238E27FC236}">
                  <a16:creationId xmlns:a16="http://schemas.microsoft.com/office/drawing/2014/main" id="{112246AF-3051-EB14-8202-CB9BC0EA8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750" y="6259513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0" name="Rectangle 90">
              <a:extLst>
                <a:ext uri="{FF2B5EF4-FFF2-40B4-BE49-F238E27FC236}">
                  <a16:creationId xmlns:a16="http://schemas.microsoft.com/office/drawing/2014/main" id="{861FCF15-BFE6-7ED2-2BDE-250D19B10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750" y="6297613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1" name="Rectangle 91">
              <a:extLst>
                <a:ext uri="{FF2B5EF4-FFF2-40B4-BE49-F238E27FC236}">
                  <a16:creationId xmlns:a16="http://schemas.microsoft.com/office/drawing/2014/main" id="{54FC29BD-857A-7862-9F0E-FA529E874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750" y="6335713"/>
              <a:ext cx="76200" cy="190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7077AAF-0763-22DB-9FD7-0D61D88DE56F}"/>
              </a:ext>
            </a:extLst>
          </p:cNvPr>
          <p:cNvGrpSpPr/>
          <p:nvPr/>
        </p:nvGrpSpPr>
        <p:grpSpPr>
          <a:xfrm>
            <a:off x="7037028" y="2265057"/>
            <a:ext cx="379323" cy="379320"/>
            <a:chOff x="1539875" y="5915026"/>
            <a:chExt cx="611188" cy="611187"/>
          </a:xfrm>
          <a:solidFill>
            <a:schemeClr val="bg1"/>
          </a:solidFill>
        </p:grpSpPr>
        <p:sp>
          <p:nvSpPr>
            <p:cNvPr id="83" name="Oval 95">
              <a:extLst>
                <a:ext uri="{FF2B5EF4-FFF2-40B4-BE49-F238E27FC236}">
                  <a16:creationId xmlns:a16="http://schemas.microsoft.com/office/drawing/2014/main" id="{77FB42E2-70AF-93B9-A192-52C46B65A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713" y="6018213"/>
              <a:ext cx="30163" cy="30163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4" name="Freeform 96">
              <a:extLst>
                <a:ext uri="{FF2B5EF4-FFF2-40B4-BE49-F238E27FC236}">
                  <a16:creationId xmlns:a16="http://schemas.microsoft.com/office/drawing/2014/main" id="{504A157F-E5C8-D8DB-BEA7-3FF5592F2A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6438" y="5915026"/>
              <a:ext cx="174625" cy="174625"/>
            </a:xfrm>
            <a:custGeom>
              <a:avLst/>
              <a:gdLst>
                <a:gd name="T0" fmla="*/ 331 w 583"/>
                <a:gd name="T1" fmla="*/ 13 h 583"/>
                <a:gd name="T2" fmla="*/ 283 w 583"/>
                <a:gd name="T3" fmla="*/ 13 h 583"/>
                <a:gd name="T4" fmla="*/ 10 w 583"/>
                <a:gd name="T5" fmla="*/ 286 h 583"/>
                <a:gd name="T6" fmla="*/ 0 w 583"/>
                <a:gd name="T7" fmla="*/ 310 h 583"/>
                <a:gd name="T8" fmla="*/ 0 w 583"/>
                <a:gd name="T9" fmla="*/ 549 h 583"/>
                <a:gd name="T10" fmla="*/ 34 w 583"/>
                <a:gd name="T11" fmla="*/ 583 h 583"/>
                <a:gd name="T12" fmla="*/ 273 w 583"/>
                <a:gd name="T13" fmla="*/ 583 h 583"/>
                <a:gd name="T14" fmla="*/ 297 w 583"/>
                <a:gd name="T15" fmla="*/ 573 h 583"/>
                <a:gd name="T16" fmla="*/ 570 w 583"/>
                <a:gd name="T17" fmla="*/ 300 h 583"/>
                <a:gd name="T18" fmla="*/ 570 w 583"/>
                <a:gd name="T19" fmla="*/ 252 h 583"/>
                <a:gd name="T20" fmla="*/ 331 w 583"/>
                <a:gd name="T21" fmla="*/ 13 h 583"/>
                <a:gd name="T22" fmla="*/ 259 w 583"/>
                <a:gd name="T23" fmla="*/ 515 h 583"/>
                <a:gd name="T24" fmla="*/ 68 w 583"/>
                <a:gd name="T25" fmla="*/ 515 h 583"/>
                <a:gd name="T26" fmla="*/ 68 w 583"/>
                <a:gd name="T27" fmla="*/ 324 h 583"/>
                <a:gd name="T28" fmla="*/ 307 w 583"/>
                <a:gd name="T29" fmla="*/ 85 h 583"/>
                <a:gd name="T30" fmla="*/ 498 w 583"/>
                <a:gd name="T31" fmla="*/ 276 h 583"/>
                <a:gd name="T32" fmla="*/ 259 w 583"/>
                <a:gd name="T33" fmla="*/ 515 h 5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3" h="583">
                  <a:moveTo>
                    <a:pt x="331" y="13"/>
                  </a:moveTo>
                  <a:cubicBezTo>
                    <a:pt x="318" y="0"/>
                    <a:pt x="296" y="0"/>
                    <a:pt x="283" y="13"/>
                  </a:cubicBezTo>
                  <a:cubicBezTo>
                    <a:pt x="10" y="286"/>
                    <a:pt x="10" y="286"/>
                    <a:pt x="10" y="286"/>
                  </a:cubicBezTo>
                  <a:cubicBezTo>
                    <a:pt x="3" y="292"/>
                    <a:pt x="0" y="301"/>
                    <a:pt x="0" y="310"/>
                  </a:cubicBezTo>
                  <a:cubicBezTo>
                    <a:pt x="0" y="549"/>
                    <a:pt x="0" y="549"/>
                    <a:pt x="0" y="549"/>
                  </a:cubicBezTo>
                  <a:cubicBezTo>
                    <a:pt x="0" y="568"/>
                    <a:pt x="15" y="583"/>
                    <a:pt x="34" y="583"/>
                  </a:cubicBezTo>
                  <a:cubicBezTo>
                    <a:pt x="273" y="583"/>
                    <a:pt x="273" y="583"/>
                    <a:pt x="273" y="583"/>
                  </a:cubicBezTo>
                  <a:cubicBezTo>
                    <a:pt x="282" y="583"/>
                    <a:pt x="291" y="580"/>
                    <a:pt x="297" y="573"/>
                  </a:cubicBezTo>
                  <a:cubicBezTo>
                    <a:pt x="570" y="300"/>
                    <a:pt x="570" y="300"/>
                    <a:pt x="570" y="300"/>
                  </a:cubicBezTo>
                  <a:cubicBezTo>
                    <a:pt x="583" y="287"/>
                    <a:pt x="583" y="265"/>
                    <a:pt x="570" y="252"/>
                  </a:cubicBezTo>
                  <a:lnTo>
                    <a:pt x="331" y="13"/>
                  </a:lnTo>
                  <a:close/>
                  <a:moveTo>
                    <a:pt x="259" y="515"/>
                  </a:moveTo>
                  <a:cubicBezTo>
                    <a:pt x="68" y="515"/>
                    <a:pt x="68" y="515"/>
                    <a:pt x="68" y="515"/>
                  </a:cubicBezTo>
                  <a:cubicBezTo>
                    <a:pt x="68" y="324"/>
                    <a:pt x="68" y="324"/>
                    <a:pt x="68" y="324"/>
                  </a:cubicBezTo>
                  <a:cubicBezTo>
                    <a:pt x="307" y="85"/>
                    <a:pt x="307" y="85"/>
                    <a:pt x="307" y="85"/>
                  </a:cubicBezTo>
                  <a:cubicBezTo>
                    <a:pt x="498" y="276"/>
                    <a:pt x="498" y="276"/>
                    <a:pt x="498" y="276"/>
                  </a:cubicBezTo>
                  <a:lnTo>
                    <a:pt x="259" y="5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5" name="Freeform 97">
              <a:extLst>
                <a:ext uri="{FF2B5EF4-FFF2-40B4-BE49-F238E27FC236}">
                  <a16:creationId xmlns:a16="http://schemas.microsoft.com/office/drawing/2014/main" id="{1E29354C-966B-B60B-E53D-0E3C720CB6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9875" y="6089651"/>
              <a:ext cx="406400" cy="314325"/>
            </a:xfrm>
            <a:custGeom>
              <a:avLst/>
              <a:gdLst>
                <a:gd name="T0" fmla="*/ 137 w 1365"/>
                <a:gd name="T1" fmla="*/ 581 h 1058"/>
                <a:gd name="T2" fmla="*/ 239 w 1365"/>
                <a:gd name="T3" fmla="*/ 713 h 1058"/>
                <a:gd name="T4" fmla="*/ 273 w 1365"/>
                <a:gd name="T5" fmla="*/ 1058 h 1058"/>
                <a:gd name="T6" fmla="*/ 512 w 1365"/>
                <a:gd name="T7" fmla="*/ 1024 h 1058"/>
                <a:gd name="T8" fmla="*/ 546 w 1365"/>
                <a:gd name="T9" fmla="*/ 888 h 1058"/>
                <a:gd name="T10" fmla="*/ 649 w 1365"/>
                <a:gd name="T11" fmla="*/ 713 h 1058"/>
                <a:gd name="T12" fmla="*/ 1317 w 1365"/>
                <a:gd name="T13" fmla="*/ 885 h 1058"/>
                <a:gd name="T14" fmla="*/ 1365 w 1365"/>
                <a:gd name="T15" fmla="*/ 854 h 1058"/>
                <a:gd name="T16" fmla="*/ 1331 w 1365"/>
                <a:gd name="T17" fmla="*/ 0 h 1058"/>
                <a:gd name="T18" fmla="*/ 743 w 1365"/>
                <a:gd name="T19" fmla="*/ 259 h 1058"/>
                <a:gd name="T20" fmla="*/ 269 w 1365"/>
                <a:gd name="T21" fmla="*/ 171 h 1058"/>
                <a:gd name="T22" fmla="*/ 137 w 1365"/>
                <a:gd name="T23" fmla="*/ 307 h 1058"/>
                <a:gd name="T24" fmla="*/ 0 w 1365"/>
                <a:gd name="T25" fmla="*/ 342 h 1058"/>
                <a:gd name="T26" fmla="*/ 34 w 1365"/>
                <a:gd name="T27" fmla="*/ 581 h 1058"/>
                <a:gd name="T28" fmla="*/ 1297 w 1365"/>
                <a:gd name="T29" fmla="*/ 87 h 1058"/>
                <a:gd name="T30" fmla="*/ 1161 w 1365"/>
                <a:gd name="T31" fmla="*/ 740 h 1058"/>
                <a:gd name="T32" fmla="*/ 751 w 1365"/>
                <a:gd name="T33" fmla="*/ 330 h 1058"/>
                <a:gd name="T34" fmla="*/ 1092 w 1365"/>
                <a:gd name="T35" fmla="*/ 710 h 1058"/>
                <a:gd name="T36" fmla="*/ 751 w 1365"/>
                <a:gd name="T37" fmla="*/ 330 h 1058"/>
                <a:gd name="T38" fmla="*/ 444 w 1365"/>
                <a:gd name="T39" fmla="*/ 990 h 1058"/>
                <a:gd name="T40" fmla="*/ 307 w 1365"/>
                <a:gd name="T41" fmla="*/ 717 h 1058"/>
                <a:gd name="T42" fmla="*/ 444 w 1365"/>
                <a:gd name="T43" fmla="*/ 854 h 1058"/>
                <a:gd name="T44" fmla="*/ 546 w 1365"/>
                <a:gd name="T45" fmla="*/ 819 h 1058"/>
                <a:gd name="T46" fmla="*/ 512 w 1365"/>
                <a:gd name="T47" fmla="*/ 717 h 1058"/>
                <a:gd name="T48" fmla="*/ 580 w 1365"/>
                <a:gd name="T49" fmla="*/ 786 h 1058"/>
                <a:gd name="T50" fmla="*/ 205 w 1365"/>
                <a:gd name="T51" fmla="*/ 303 h 1058"/>
                <a:gd name="T52" fmla="*/ 619 w 1365"/>
                <a:gd name="T53" fmla="*/ 239 h 1058"/>
                <a:gd name="T54" fmla="*/ 683 w 1365"/>
                <a:gd name="T55" fmla="*/ 585 h 1058"/>
                <a:gd name="T56" fmla="*/ 269 w 1365"/>
                <a:gd name="T57" fmla="*/ 649 h 1058"/>
                <a:gd name="T58" fmla="*/ 205 w 1365"/>
                <a:gd name="T59" fmla="*/ 546 h 1058"/>
                <a:gd name="T60" fmla="*/ 137 w 1365"/>
                <a:gd name="T61" fmla="*/ 376 h 1058"/>
                <a:gd name="T62" fmla="*/ 68 w 1365"/>
                <a:gd name="T63" fmla="*/ 512 h 1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65" h="1058">
                  <a:moveTo>
                    <a:pt x="34" y="581"/>
                  </a:moveTo>
                  <a:cubicBezTo>
                    <a:pt x="137" y="581"/>
                    <a:pt x="137" y="581"/>
                    <a:pt x="137" y="581"/>
                  </a:cubicBezTo>
                  <a:cubicBezTo>
                    <a:pt x="137" y="585"/>
                    <a:pt x="137" y="585"/>
                    <a:pt x="137" y="585"/>
                  </a:cubicBezTo>
                  <a:cubicBezTo>
                    <a:pt x="137" y="646"/>
                    <a:pt x="179" y="700"/>
                    <a:pt x="239" y="713"/>
                  </a:cubicBezTo>
                  <a:cubicBezTo>
                    <a:pt x="239" y="1024"/>
                    <a:pt x="239" y="1024"/>
                    <a:pt x="239" y="1024"/>
                  </a:cubicBezTo>
                  <a:cubicBezTo>
                    <a:pt x="239" y="1043"/>
                    <a:pt x="254" y="1058"/>
                    <a:pt x="273" y="1058"/>
                  </a:cubicBezTo>
                  <a:cubicBezTo>
                    <a:pt x="478" y="1058"/>
                    <a:pt x="478" y="1058"/>
                    <a:pt x="478" y="1058"/>
                  </a:cubicBezTo>
                  <a:cubicBezTo>
                    <a:pt x="497" y="1058"/>
                    <a:pt x="512" y="1043"/>
                    <a:pt x="512" y="1024"/>
                  </a:cubicBezTo>
                  <a:cubicBezTo>
                    <a:pt x="512" y="888"/>
                    <a:pt x="512" y="888"/>
                    <a:pt x="512" y="888"/>
                  </a:cubicBezTo>
                  <a:cubicBezTo>
                    <a:pt x="546" y="888"/>
                    <a:pt x="546" y="888"/>
                    <a:pt x="546" y="888"/>
                  </a:cubicBezTo>
                  <a:cubicBezTo>
                    <a:pt x="603" y="888"/>
                    <a:pt x="648" y="842"/>
                    <a:pt x="649" y="786"/>
                  </a:cubicBezTo>
                  <a:cubicBezTo>
                    <a:pt x="649" y="713"/>
                    <a:pt x="649" y="713"/>
                    <a:pt x="649" y="713"/>
                  </a:cubicBezTo>
                  <a:cubicBezTo>
                    <a:pt x="692" y="703"/>
                    <a:pt x="728" y="672"/>
                    <a:pt x="743" y="629"/>
                  </a:cubicBezTo>
                  <a:cubicBezTo>
                    <a:pt x="1317" y="885"/>
                    <a:pt x="1317" y="885"/>
                    <a:pt x="1317" y="885"/>
                  </a:cubicBezTo>
                  <a:cubicBezTo>
                    <a:pt x="1335" y="892"/>
                    <a:pt x="1355" y="885"/>
                    <a:pt x="1362" y="867"/>
                  </a:cubicBezTo>
                  <a:cubicBezTo>
                    <a:pt x="1364" y="863"/>
                    <a:pt x="1365" y="858"/>
                    <a:pt x="1365" y="854"/>
                  </a:cubicBezTo>
                  <a:cubicBezTo>
                    <a:pt x="1365" y="34"/>
                    <a:pt x="1365" y="34"/>
                    <a:pt x="1365" y="34"/>
                  </a:cubicBezTo>
                  <a:cubicBezTo>
                    <a:pt x="1365" y="16"/>
                    <a:pt x="1350" y="0"/>
                    <a:pt x="1331" y="0"/>
                  </a:cubicBezTo>
                  <a:cubicBezTo>
                    <a:pt x="1326" y="0"/>
                    <a:pt x="1322" y="1"/>
                    <a:pt x="1317" y="3"/>
                  </a:cubicBezTo>
                  <a:cubicBezTo>
                    <a:pt x="743" y="259"/>
                    <a:pt x="743" y="259"/>
                    <a:pt x="743" y="259"/>
                  </a:cubicBezTo>
                  <a:cubicBezTo>
                    <a:pt x="724" y="206"/>
                    <a:pt x="674" y="171"/>
                    <a:pt x="619" y="171"/>
                  </a:cubicBezTo>
                  <a:cubicBezTo>
                    <a:pt x="269" y="171"/>
                    <a:pt x="269" y="171"/>
                    <a:pt x="269" y="171"/>
                  </a:cubicBezTo>
                  <a:cubicBezTo>
                    <a:pt x="196" y="171"/>
                    <a:pt x="137" y="230"/>
                    <a:pt x="137" y="303"/>
                  </a:cubicBezTo>
                  <a:cubicBezTo>
                    <a:pt x="137" y="307"/>
                    <a:pt x="137" y="307"/>
                    <a:pt x="137" y="307"/>
                  </a:cubicBezTo>
                  <a:cubicBezTo>
                    <a:pt x="34" y="307"/>
                    <a:pt x="34" y="307"/>
                    <a:pt x="34" y="307"/>
                  </a:cubicBezTo>
                  <a:cubicBezTo>
                    <a:pt x="15" y="307"/>
                    <a:pt x="0" y="323"/>
                    <a:pt x="0" y="342"/>
                  </a:cubicBezTo>
                  <a:cubicBezTo>
                    <a:pt x="0" y="546"/>
                    <a:pt x="0" y="546"/>
                    <a:pt x="0" y="546"/>
                  </a:cubicBezTo>
                  <a:cubicBezTo>
                    <a:pt x="0" y="565"/>
                    <a:pt x="15" y="581"/>
                    <a:pt x="34" y="581"/>
                  </a:cubicBezTo>
                  <a:close/>
                  <a:moveTo>
                    <a:pt x="1161" y="148"/>
                  </a:moveTo>
                  <a:cubicBezTo>
                    <a:pt x="1297" y="87"/>
                    <a:pt x="1297" y="87"/>
                    <a:pt x="1297" y="87"/>
                  </a:cubicBezTo>
                  <a:cubicBezTo>
                    <a:pt x="1297" y="801"/>
                    <a:pt x="1297" y="801"/>
                    <a:pt x="1297" y="801"/>
                  </a:cubicBezTo>
                  <a:cubicBezTo>
                    <a:pt x="1161" y="740"/>
                    <a:pt x="1161" y="740"/>
                    <a:pt x="1161" y="740"/>
                  </a:cubicBezTo>
                  <a:lnTo>
                    <a:pt x="1161" y="148"/>
                  </a:lnTo>
                  <a:close/>
                  <a:moveTo>
                    <a:pt x="751" y="330"/>
                  </a:moveTo>
                  <a:cubicBezTo>
                    <a:pt x="1092" y="178"/>
                    <a:pt x="1092" y="178"/>
                    <a:pt x="1092" y="178"/>
                  </a:cubicBezTo>
                  <a:cubicBezTo>
                    <a:pt x="1092" y="710"/>
                    <a:pt x="1092" y="710"/>
                    <a:pt x="1092" y="710"/>
                  </a:cubicBezTo>
                  <a:cubicBezTo>
                    <a:pt x="751" y="558"/>
                    <a:pt x="751" y="558"/>
                    <a:pt x="751" y="558"/>
                  </a:cubicBezTo>
                  <a:lnTo>
                    <a:pt x="751" y="330"/>
                  </a:lnTo>
                  <a:close/>
                  <a:moveTo>
                    <a:pt x="444" y="854"/>
                  </a:moveTo>
                  <a:cubicBezTo>
                    <a:pt x="444" y="990"/>
                    <a:pt x="444" y="990"/>
                    <a:pt x="444" y="990"/>
                  </a:cubicBezTo>
                  <a:cubicBezTo>
                    <a:pt x="307" y="990"/>
                    <a:pt x="307" y="990"/>
                    <a:pt x="307" y="990"/>
                  </a:cubicBezTo>
                  <a:cubicBezTo>
                    <a:pt x="307" y="717"/>
                    <a:pt x="307" y="717"/>
                    <a:pt x="307" y="717"/>
                  </a:cubicBezTo>
                  <a:cubicBezTo>
                    <a:pt x="444" y="717"/>
                    <a:pt x="444" y="717"/>
                    <a:pt x="444" y="717"/>
                  </a:cubicBezTo>
                  <a:lnTo>
                    <a:pt x="444" y="854"/>
                  </a:lnTo>
                  <a:close/>
                  <a:moveTo>
                    <a:pt x="580" y="786"/>
                  </a:moveTo>
                  <a:cubicBezTo>
                    <a:pt x="580" y="804"/>
                    <a:pt x="565" y="819"/>
                    <a:pt x="546" y="819"/>
                  </a:cubicBezTo>
                  <a:cubicBezTo>
                    <a:pt x="512" y="819"/>
                    <a:pt x="512" y="819"/>
                    <a:pt x="512" y="819"/>
                  </a:cubicBezTo>
                  <a:cubicBezTo>
                    <a:pt x="512" y="717"/>
                    <a:pt x="512" y="717"/>
                    <a:pt x="512" y="717"/>
                  </a:cubicBezTo>
                  <a:cubicBezTo>
                    <a:pt x="580" y="717"/>
                    <a:pt x="580" y="717"/>
                    <a:pt x="580" y="717"/>
                  </a:cubicBezTo>
                  <a:lnTo>
                    <a:pt x="580" y="786"/>
                  </a:lnTo>
                  <a:close/>
                  <a:moveTo>
                    <a:pt x="205" y="546"/>
                  </a:moveTo>
                  <a:cubicBezTo>
                    <a:pt x="205" y="303"/>
                    <a:pt x="205" y="303"/>
                    <a:pt x="205" y="303"/>
                  </a:cubicBezTo>
                  <a:cubicBezTo>
                    <a:pt x="205" y="268"/>
                    <a:pt x="233" y="239"/>
                    <a:pt x="269" y="239"/>
                  </a:cubicBezTo>
                  <a:cubicBezTo>
                    <a:pt x="619" y="239"/>
                    <a:pt x="619" y="239"/>
                    <a:pt x="619" y="239"/>
                  </a:cubicBezTo>
                  <a:cubicBezTo>
                    <a:pt x="654" y="239"/>
                    <a:pt x="683" y="268"/>
                    <a:pt x="683" y="303"/>
                  </a:cubicBezTo>
                  <a:cubicBezTo>
                    <a:pt x="683" y="585"/>
                    <a:pt x="683" y="585"/>
                    <a:pt x="683" y="585"/>
                  </a:cubicBezTo>
                  <a:cubicBezTo>
                    <a:pt x="683" y="620"/>
                    <a:pt x="654" y="649"/>
                    <a:pt x="619" y="649"/>
                  </a:cubicBezTo>
                  <a:cubicBezTo>
                    <a:pt x="269" y="649"/>
                    <a:pt x="269" y="649"/>
                    <a:pt x="269" y="649"/>
                  </a:cubicBezTo>
                  <a:cubicBezTo>
                    <a:pt x="233" y="649"/>
                    <a:pt x="205" y="620"/>
                    <a:pt x="205" y="585"/>
                  </a:cubicBezTo>
                  <a:lnTo>
                    <a:pt x="205" y="546"/>
                  </a:lnTo>
                  <a:close/>
                  <a:moveTo>
                    <a:pt x="68" y="376"/>
                  </a:moveTo>
                  <a:cubicBezTo>
                    <a:pt x="137" y="376"/>
                    <a:pt x="137" y="376"/>
                    <a:pt x="137" y="376"/>
                  </a:cubicBezTo>
                  <a:cubicBezTo>
                    <a:pt x="137" y="512"/>
                    <a:pt x="137" y="512"/>
                    <a:pt x="137" y="512"/>
                  </a:cubicBezTo>
                  <a:cubicBezTo>
                    <a:pt x="68" y="512"/>
                    <a:pt x="68" y="512"/>
                    <a:pt x="68" y="512"/>
                  </a:cubicBezTo>
                  <a:lnTo>
                    <a:pt x="68" y="3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6" name="Freeform 98">
              <a:extLst>
                <a:ext uri="{FF2B5EF4-FFF2-40B4-BE49-F238E27FC236}">
                  <a16:creationId xmlns:a16="http://schemas.microsoft.com/office/drawing/2014/main" id="{7999DC6A-26DE-D048-7F0B-49BCFFAAE3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55800" y="6311901"/>
              <a:ext cx="195263" cy="195263"/>
            </a:xfrm>
            <a:custGeom>
              <a:avLst/>
              <a:gdLst>
                <a:gd name="T0" fmla="*/ 303 w 654"/>
                <a:gd name="T1" fmla="*/ 13 h 654"/>
                <a:gd name="T2" fmla="*/ 255 w 654"/>
                <a:gd name="T3" fmla="*/ 13 h 654"/>
                <a:gd name="T4" fmla="*/ 13 w 654"/>
                <a:gd name="T5" fmla="*/ 255 h 654"/>
                <a:gd name="T6" fmla="*/ 13 w 654"/>
                <a:gd name="T7" fmla="*/ 303 h 654"/>
                <a:gd name="T8" fmla="*/ 351 w 654"/>
                <a:gd name="T9" fmla="*/ 641 h 654"/>
                <a:gd name="T10" fmla="*/ 400 w 654"/>
                <a:gd name="T11" fmla="*/ 641 h 654"/>
                <a:gd name="T12" fmla="*/ 641 w 654"/>
                <a:gd name="T13" fmla="*/ 399 h 654"/>
                <a:gd name="T14" fmla="*/ 641 w 654"/>
                <a:gd name="T15" fmla="*/ 351 h 654"/>
                <a:gd name="T16" fmla="*/ 303 w 654"/>
                <a:gd name="T17" fmla="*/ 13 h 654"/>
                <a:gd name="T18" fmla="*/ 528 w 654"/>
                <a:gd name="T19" fmla="*/ 334 h 654"/>
                <a:gd name="T20" fmla="*/ 335 w 654"/>
                <a:gd name="T21" fmla="*/ 319 h 654"/>
                <a:gd name="T22" fmla="*/ 320 w 654"/>
                <a:gd name="T23" fmla="*/ 127 h 654"/>
                <a:gd name="T24" fmla="*/ 528 w 654"/>
                <a:gd name="T25" fmla="*/ 334 h 654"/>
                <a:gd name="T26" fmla="*/ 376 w 654"/>
                <a:gd name="T27" fmla="*/ 568 h 654"/>
                <a:gd name="T28" fmla="*/ 86 w 654"/>
                <a:gd name="T29" fmla="*/ 279 h 654"/>
                <a:gd name="T30" fmla="*/ 251 w 654"/>
                <a:gd name="T31" fmla="*/ 114 h 654"/>
                <a:gd name="T32" fmla="*/ 269 w 654"/>
                <a:gd name="T33" fmla="*/ 354 h 654"/>
                <a:gd name="T34" fmla="*/ 300 w 654"/>
                <a:gd name="T35" fmla="*/ 385 h 654"/>
                <a:gd name="T36" fmla="*/ 540 w 654"/>
                <a:gd name="T37" fmla="*/ 404 h 654"/>
                <a:gd name="T38" fmla="*/ 376 w 654"/>
                <a:gd name="T39" fmla="*/ 568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4" h="654">
                  <a:moveTo>
                    <a:pt x="303" y="13"/>
                  </a:moveTo>
                  <a:cubicBezTo>
                    <a:pt x="290" y="0"/>
                    <a:pt x="268" y="0"/>
                    <a:pt x="255" y="13"/>
                  </a:cubicBezTo>
                  <a:cubicBezTo>
                    <a:pt x="13" y="255"/>
                    <a:pt x="13" y="255"/>
                    <a:pt x="13" y="255"/>
                  </a:cubicBezTo>
                  <a:cubicBezTo>
                    <a:pt x="0" y="268"/>
                    <a:pt x="0" y="290"/>
                    <a:pt x="13" y="303"/>
                  </a:cubicBezTo>
                  <a:cubicBezTo>
                    <a:pt x="351" y="641"/>
                    <a:pt x="351" y="641"/>
                    <a:pt x="351" y="641"/>
                  </a:cubicBezTo>
                  <a:cubicBezTo>
                    <a:pt x="365" y="654"/>
                    <a:pt x="386" y="654"/>
                    <a:pt x="400" y="641"/>
                  </a:cubicBezTo>
                  <a:cubicBezTo>
                    <a:pt x="641" y="399"/>
                    <a:pt x="641" y="399"/>
                    <a:pt x="641" y="399"/>
                  </a:cubicBezTo>
                  <a:cubicBezTo>
                    <a:pt x="654" y="386"/>
                    <a:pt x="654" y="364"/>
                    <a:pt x="641" y="351"/>
                  </a:cubicBezTo>
                  <a:lnTo>
                    <a:pt x="303" y="13"/>
                  </a:lnTo>
                  <a:close/>
                  <a:moveTo>
                    <a:pt x="528" y="334"/>
                  </a:moveTo>
                  <a:cubicBezTo>
                    <a:pt x="335" y="319"/>
                    <a:pt x="335" y="319"/>
                    <a:pt x="335" y="319"/>
                  </a:cubicBezTo>
                  <a:cubicBezTo>
                    <a:pt x="320" y="127"/>
                    <a:pt x="320" y="127"/>
                    <a:pt x="320" y="127"/>
                  </a:cubicBezTo>
                  <a:lnTo>
                    <a:pt x="528" y="334"/>
                  </a:lnTo>
                  <a:close/>
                  <a:moveTo>
                    <a:pt x="376" y="568"/>
                  </a:moveTo>
                  <a:cubicBezTo>
                    <a:pt x="86" y="279"/>
                    <a:pt x="86" y="279"/>
                    <a:pt x="86" y="279"/>
                  </a:cubicBezTo>
                  <a:cubicBezTo>
                    <a:pt x="251" y="114"/>
                    <a:pt x="251" y="114"/>
                    <a:pt x="251" y="114"/>
                  </a:cubicBezTo>
                  <a:cubicBezTo>
                    <a:pt x="269" y="354"/>
                    <a:pt x="269" y="354"/>
                    <a:pt x="269" y="354"/>
                  </a:cubicBezTo>
                  <a:cubicBezTo>
                    <a:pt x="270" y="370"/>
                    <a:pt x="284" y="384"/>
                    <a:pt x="300" y="385"/>
                  </a:cubicBezTo>
                  <a:cubicBezTo>
                    <a:pt x="540" y="404"/>
                    <a:pt x="540" y="404"/>
                    <a:pt x="540" y="404"/>
                  </a:cubicBezTo>
                  <a:lnTo>
                    <a:pt x="376" y="5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7" name="Freeform 99">
              <a:extLst>
                <a:ext uri="{FF2B5EF4-FFF2-40B4-BE49-F238E27FC236}">
                  <a16:creationId xmlns:a16="http://schemas.microsoft.com/office/drawing/2014/main" id="{F90A1124-1EF9-8C35-BD7E-3B63CC1D8B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3550" y="5919788"/>
              <a:ext cx="200025" cy="190500"/>
            </a:xfrm>
            <a:custGeom>
              <a:avLst/>
              <a:gdLst>
                <a:gd name="T0" fmla="*/ 271 w 670"/>
                <a:gd name="T1" fmla="*/ 639 h 639"/>
                <a:gd name="T2" fmla="*/ 510 w 670"/>
                <a:gd name="T3" fmla="*/ 401 h 639"/>
                <a:gd name="T4" fmla="*/ 462 w 670"/>
                <a:gd name="T5" fmla="*/ 257 h 639"/>
                <a:gd name="T6" fmla="*/ 670 w 670"/>
                <a:gd name="T7" fmla="*/ 48 h 639"/>
                <a:gd name="T8" fmla="*/ 622 w 670"/>
                <a:gd name="T9" fmla="*/ 0 h 639"/>
                <a:gd name="T10" fmla="*/ 413 w 670"/>
                <a:gd name="T11" fmla="*/ 208 h 639"/>
                <a:gd name="T12" fmla="*/ 79 w 670"/>
                <a:gd name="T13" fmla="*/ 256 h 639"/>
                <a:gd name="T14" fmla="*/ 127 w 670"/>
                <a:gd name="T15" fmla="*/ 591 h 639"/>
                <a:gd name="T16" fmla="*/ 271 w 670"/>
                <a:gd name="T17" fmla="*/ 639 h 639"/>
                <a:gd name="T18" fmla="*/ 271 w 670"/>
                <a:gd name="T19" fmla="*/ 229 h 639"/>
                <a:gd name="T20" fmla="*/ 441 w 670"/>
                <a:gd name="T21" fmla="*/ 400 h 639"/>
                <a:gd name="T22" fmla="*/ 271 w 670"/>
                <a:gd name="T23" fmla="*/ 570 h 639"/>
                <a:gd name="T24" fmla="*/ 100 w 670"/>
                <a:gd name="T25" fmla="*/ 400 h 639"/>
                <a:gd name="T26" fmla="*/ 271 w 670"/>
                <a:gd name="T27" fmla="*/ 229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0" h="639">
                  <a:moveTo>
                    <a:pt x="271" y="639"/>
                  </a:moveTo>
                  <a:cubicBezTo>
                    <a:pt x="402" y="639"/>
                    <a:pt x="509" y="532"/>
                    <a:pt x="510" y="401"/>
                  </a:cubicBezTo>
                  <a:cubicBezTo>
                    <a:pt x="510" y="349"/>
                    <a:pt x="493" y="298"/>
                    <a:pt x="462" y="257"/>
                  </a:cubicBezTo>
                  <a:cubicBezTo>
                    <a:pt x="670" y="48"/>
                    <a:pt x="670" y="48"/>
                    <a:pt x="670" y="48"/>
                  </a:cubicBezTo>
                  <a:cubicBezTo>
                    <a:pt x="622" y="0"/>
                    <a:pt x="622" y="0"/>
                    <a:pt x="622" y="0"/>
                  </a:cubicBezTo>
                  <a:cubicBezTo>
                    <a:pt x="413" y="208"/>
                    <a:pt x="413" y="208"/>
                    <a:pt x="413" y="208"/>
                  </a:cubicBezTo>
                  <a:cubicBezTo>
                    <a:pt x="308" y="129"/>
                    <a:pt x="158" y="151"/>
                    <a:pt x="79" y="256"/>
                  </a:cubicBezTo>
                  <a:cubicBezTo>
                    <a:pt x="0" y="362"/>
                    <a:pt x="21" y="512"/>
                    <a:pt x="127" y="591"/>
                  </a:cubicBezTo>
                  <a:cubicBezTo>
                    <a:pt x="168" y="622"/>
                    <a:pt x="219" y="639"/>
                    <a:pt x="271" y="639"/>
                  </a:cubicBezTo>
                  <a:close/>
                  <a:moveTo>
                    <a:pt x="271" y="229"/>
                  </a:moveTo>
                  <a:cubicBezTo>
                    <a:pt x="365" y="229"/>
                    <a:pt x="441" y="305"/>
                    <a:pt x="441" y="400"/>
                  </a:cubicBezTo>
                  <a:cubicBezTo>
                    <a:pt x="441" y="494"/>
                    <a:pt x="365" y="570"/>
                    <a:pt x="271" y="570"/>
                  </a:cubicBezTo>
                  <a:cubicBezTo>
                    <a:pt x="176" y="570"/>
                    <a:pt x="100" y="494"/>
                    <a:pt x="100" y="400"/>
                  </a:cubicBezTo>
                  <a:cubicBezTo>
                    <a:pt x="100" y="305"/>
                    <a:pt x="176" y="229"/>
                    <a:pt x="271" y="2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8" name="Freeform 100">
              <a:extLst>
                <a:ext uri="{FF2B5EF4-FFF2-40B4-BE49-F238E27FC236}">
                  <a16:creationId xmlns:a16="http://schemas.microsoft.com/office/drawing/2014/main" id="{603057F6-C8E7-95C3-D92F-71873B9EF5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6913" y="6113463"/>
              <a:ext cx="161925" cy="179388"/>
            </a:xfrm>
            <a:custGeom>
              <a:avLst/>
              <a:gdLst>
                <a:gd name="T0" fmla="*/ 34 w 546"/>
                <a:gd name="T1" fmla="*/ 531 h 599"/>
                <a:gd name="T2" fmla="*/ 204 w 546"/>
                <a:gd name="T3" fmla="*/ 531 h 599"/>
                <a:gd name="T4" fmla="*/ 204 w 546"/>
                <a:gd name="T5" fmla="*/ 565 h 599"/>
                <a:gd name="T6" fmla="*/ 239 w 546"/>
                <a:gd name="T7" fmla="*/ 599 h 599"/>
                <a:gd name="T8" fmla="*/ 512 w 546"/>
                <a:gd name="T9" fmla="*/ 599 h 599"/>
                <a:gd name="T10" fmla="*/ 546 w 546"/>
                <a:gd name="T11" fmla="*/ 565 h 599"/>
                <a:gd name="T12" fmla="*/ 546 w 546"/>
                <a:gd name="T13" fmla="*/ 395 h 599"/>
                <a:gd name="T14" fmla="*/ 454 w 546"/>
                <a:gd name="T15" fmla="*/ 266 h 599"/>
                <a:gd name="T16" fmla="*/ 486 w 546"/>
                <a:gd name="T17" fmla="*/ 76 h 599"/>
                <a:gd name="T18" fmla="*/ 296 w 546"/>
                <a:gd name="T19" fmla="*/ 43 h 599"/>
                <a:gd name="T20" fmla="*/ 264 w 546"/>
                <a:gd name="T21" fmla="*/ 234 h 599"/>
                <a:gd name="T22" fmla="*/ 296 w 546"/>
                <a:gd name="T23" fmla="*/ 266 h 599"/>
                <a:gd name="T24" fmla="*/ 239 w 546"/>
                <a:gd name="T25" fmla="*/ 305 h 599"/>
                <a:gd name="T26" fmla="*/ 196 w 546"/>
                <a:gd name="T27" fmla="*/ 272 h 599"/>
                <a:gd name="T28" fmla="*/ 219 w 546"/>
                <a:gd name="T29" fmla="*/ 129 h 599"/>
                <a:gd name="T30" fmla="*/ 76 w 546"/>
                <a:gd name="T31" fmla="*/ 106 h 599"/>
                <a:gd name="T32" fmla="*/ 53 w 546"/>
                <a:gd name="T33" fmla="*/ 249 h 599"/>
                <a:gd name="T34" fmla="*/ 76 w 546"/>
                <a:gd name="T35" fmla="*/ 272 h 599"/>
                <a:gd name="T36" fmla="*/ 0 w 546"/>
                <a:gd name="T37" fmla="*/ 394 h 599"/>
                <a:gd name="T38" fmla="*/ 0 w 546"/>
                <a:gd name="T39" fmla="*/ 497 h 599"/>
                <a:gd name="T40" fmla="*/ 34 w 546"/>
                <a:gd name="T41" fmla="*/ 531 h 599"/>
                <a:gd name="T42" fmla="*/ 375 w 546"/>
                <a:gd name="T43" fmla="*/ 87 h 599"/>
                <a:gd name="T44" fmla="*/ 443 w 546"/>
                <a:gd name="T45" fmla="*/ 155 h 599"/>
                <a:gd name="T46" fmla="*/ 375 w 546"/>
                <a:gd name="T47" fmla="*/ 223 h 599"/>
                <a:gd name="T48" fmla="*/ 307 w 546"/>
                <a:gd name="T49" fmla="*/ 155 h 599"/>
                <a:gd name="T50" fmla="*/ 375 w 546"/>
                <a:gd name="T51" fmla="*/ 87 h 599"/>
                <a:gd name="T52" fmla="*/ 273 w 546"/>
                <a:gd name="T53" fmla="*/ 497 h 599"/>
                <a:gd name="T54" fmla="*/ 273 w 546"/>
                <a:gd name="T55" fmla="*/ 395 h 599"/>
                <a:gd name="T56" fmla="*/ 342 w 546"/>
                <a:gd name="T57" fmla="*/ 326 h 599"/>
                <a:gd name="T58" fmla="*/ 409 w 546"/>
                <a:gd name="T59" fmla="*/ 326 h 599"/>
                <a:gd name="T60" fmla="*/ 477 w 546"/>
                <a:gd name="T61" fmla="*/ 395 h 599"/>
                <a:gd name="T62" fmla="*/ 477 w 546"/>
                <a:gd name="T63" fmla="*/ 531 h 599"/>
                <a:gd name="T64" fmla="*/ 273 w 546"/>
                <a:gd name="T65" fmla="*/ 531 h 599"/>
                <a:gd name="T66" fmla="*/ 273 w 546"/>
                <a:gd name="T67" fmla="*/ 497 h 599"/>
                <a:gd name="T68" fmla="*/ 136 w 546"/>
                <a:gd name="T69" fmla="*/ 155 h 599"/>
                <a:gd name="T70" fmla="*/ 170 w 546"/>
                <a:gd name="T71" fmla="*/ 189 h 599"/>
                <a:gd name="T72" fmla="*/ 136 w 546"/>
                <a:gd name="T73" fmla="*/ 223 h 599"/>
                <a:gd name="T74" fmla="*/ 102 w 546"/>
                <a:gd name="T75" fmla="*/ 189 h 599"/>
                <a:gd name="T76" fmla="*/ 136 w 546"/>
                <a:gd name="T77" fmla="*/ 155 h 599"/>
                <a:gd name="T78" fmla="*/ 68 w 546"/>
                <a:gd name="T79" fmla="*/ 394 h 599"/>
                <a:gd name="T80" fmla="*/ 136 w 546"/>
                <a:gd name="T81" fmla="*/ 326 h 599"/>
                <a:gd name="T82" fmla="*/ 204 w 546"/>
                <a:gd name="T83" fmla="*/ 394 h 599"/>
                <a:gd name="T84" fmla="*/ 204 w 546"/>
                <a:gd name="T85" fmla="*/ 462 h 599"/>
                <a:gd name="T86" fmla="*/ 68 w 546"/>
                <a:gd name="T87" fmla="*/ 462 h 599"/>
                <a:gd name="T88" fmla="*/ 68 w 546"/>
                <a:gd name="T89" fmla="*/ 39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46" h="599">
                  <a:moveTo>
                    <a:pt x="34" y="531"/>
                  </a:moveTo>
                  <a:cubicBezTo>
                    <a:pt x="204" y="531"/>
                    <a:pt x="204" y="531"/>
                    <a:pt x="204" y="531"/>
                  </a:cubicBezTo>
                  <a:cubicBezTo>
                    <a:pt x="204" y="565"/>
                    <a:pt x="204" y="565"/>
                    <a:pt x="204" y="565"/>
                  </a:cubicBezTo>
                  <a:cubicBezTo>
                    <a:pt x="204" y="584"/>
                    <a:pt x="220" y="599"/>
                    <a:pt x="239" y="599"/>
                  </a:cubicBezTo>
                  <a:cubicBezTo>
                    <a:pt x="512" y="599"/>
                    <a:pt x="512" y="599"/>
                    <a:pt x="512" y="599"/>
                  </a:cubicBezTo>
                  <a:cubicBezTo>
                    <a:pt x="530" y="599"/>
                    <a:pt x="546" y="584"/>
                    <a:pt x="546" y="565"/>
                  </a:cubicBezTo>
                  <a:cubicBezTo>
                    <a:pt x="546" y="395"/>
                    <a:pt x="546" y="395"/>
                    <a:pt x="546" y="395"/>
                  </a:cubicBezTo>
                  <a:cubicBezTo>
                    <a:pt x="546" y="337"/>
                    <a:pt x="509" y="285"/>
                    <a:pt x="454" y="266"/>
                  </a:cubicBezTo>
                  <a:cubicBezTo>
                    <a:pt x="516" y="222"/>
                    <a:pt x="530" y="137"/>
                    <a:pt x="486" y="76"/>
                  </a:cubicBezTo>
                  <a:cubicBezTo>
                    <a:pt x="443" y="14"/>
                    <a:pt x="357" y="0"/>
                    <a:pt x="296" y="43"/>
                  </a:cubicBezTo>
                  <a:cubicBezTo>
                    <a:pt x="234" y="87"/>
                    <a:pt x="220" y="172"/>
                    <a:pt x="264" y="234"/>
                  </a:cubicBezTo>
                  <a:cubicBezTo>
                    <a:pt x="273" y="246"/>
                    <a:pt x="284" y="257"/>
                    <a:pt x="296" y="266"/>
                  </a:cubicBezTo>
                  <a:cubicBezTo>
                    <a:pt x="274" y="274"/>
                    <a:pt x="254" y="287"/>
                    <a:pt x="239" y="305"/>
                  </a:cubicBezTo>
                  <a:cubicBezTo>
                    <a:pt x="227" y="291"/>
                    <a:pt x="212" y="280"/>
                    <a:pt x="196" y="272"/>
                  </a:cubicBezTo>
                  <a:cubicBezTo>
                    <a:pt x="242" y="239"/>
                    <a:pt x="252" y="175"/>
                    <a:pt x="219" y="129"/>
                  </a:cubicBezTo>
                  <a:cubicBezTo>
                    <a:pt x="186" y="83"/>
                    <a:pt x="122" y="73"/>
                    <a:pt x="76" y="106"/>
                  </a:cubicBezTo>
                  <a:cubicBezTo>
                    <a:pt x="30" y="139"/>
                    <a:pt x="20" y="203"/>
                    <a:pt x="53" y="249"/>
                  </a:cubicBezTo>
                  <a:cubicBezTo>
                    <a:pt x="60" y="258"/>
                    <a:pt x="67" y="266"/>
                    <a:pt x="76" y="272"/>
                  </a:cubicBezTo>
                  <a:cubicBezTo>
                    <a:pt x="30" y="295"/>
                    <a:pt x="0" y="342"/>
                    <a:pt x="0" y="394"/>
                  </a:cubicBezTo>
                  <a:cubicBezTo>
                    <a:pt x="0" y="497"/>
                    <a:pt x="0" y="497"/>
                    <a:pt x="0" y="497"/>
                  </a:cubicBezTo>
                  <a:cubicBezTo>
                    <a:pt x="0" y="515"/>
                    <a:pt x="15" y="531"/>
                    <a:pt x="34" y="531"/>
                  </a:cubicBezTo>
                  <a:close/>
                  <a:moveTo>
                    <a:pt x="375" y="87"/>
                  </a:moveTo>
                  <a:cubicBezTo>
                    <a:pt x="413" y="87"/>
                    <a:pt x="443" y="117"/>
                    <a:pt x="443" y="155"/>
                  </a:cubicBezTo>
                  <a:cubicBezTo>
                    <a:pt x="443" y="193"/>
                    <a:pt x="413" y="223"/>
                    <a:pt x="375" y="223"/>
                  </a:cubicBezTo>
                  <a:cubicBezTo>
                    <a:pt x="337" y="223"/>
                    <a:pt x="307" y="193"/>
                    <a:pt x="307" y="155"/>
                  </a:cubicBezTo>
                  <a:cubicBezTo>
                    <a:pt x="307" y="117"/>
                    <a:pt x="337" y="87"/>
                    <a:pt x="375" y="87"/>
                  </a:cubicBezTo>
                  <a:close/>
                  <a:moveTo>
                    <a:pt x="273" y="497"/>
                  </a:moveTo>
                  <a:cubicBezTo>
                    <a:pt x="273" y="395"/>
                    <a:pt x="273" y="395"/>
                    <a:pt x="273" y="395"/>
                  </a:cubicBezTo>
                  <a:cubicBezTo>
                    <a:pt x="273" y="357"/>
                    <a:pt x="304" y="326"/>
                    <a:pt x="342" y="326"/>
                  </a:cubicBezTo>
                  <a:cubicBezTo>
                    <a:pt x="409" y="326"/>
                    <a:pt x="409" y="326"/>
                    <a:pt x="409" y="326"/>
                  </a:cubicBezTo>
                  <a:cubicBezTo>
                    <a:pt x="447" y="326"/>
                    <a:pt x="477" y="357"/>
                    <a:pt x="477" y="395"/>
                  </a:cubicBezTo>
                  <a:cubicBezTo>
                    <a:pt x="477" y="531"/>
                    <a:pt x="477" y="531"/>
                    <a:pt x="477" y="531"/>
                  </a:cubicBezTo>
                  <a:cubicBezTo>
                    <a:pt x="273" y="531"/>
                    <a:pt x="273" y="531"/>
                    <a:pt x="273" y="531"/>
                  </a:cubicBezTo>
                  <a:lnTo>
                    <a:pt x="273" y="497"/>
                  </a:lnTo>
                  <a:close/>
                  <a:moveTo>
                    <a:pt x="136" y="155"/>
                  </a:moveTo>
                  <a:cubicBezTo>
                    <a:pt x="155" y="155"/>
                    <a:pt x="170" y="170"/>
                    <a:pt x="170" y="189"/>
                  </a:cubicBezTo>
                  <a:cubicBezTo>
                    <a:pt x="170" y="208"/>
                    <a:pt x="155" y="223"/>
                    <a:pt x="136" y="223"/>
                  </a:cubicBezTo>
                  <a:cubicBezTo>
                    <a:pt x="117" y="223"/>
                    <a:pt x="102" y="208"/>
                    <a:pt x="102" y="189"/>
                  </a:cubicBezTo>
                  <a:cubicBezTo>
                    <a:pt x="102" y="170"/>
                    <a:pt x="117" y="155"/>
                    <a:pt x="136" y="155"/>
                  </a:cubicBezTo>
                  <a:close/>
                  <a:moveTo>
                    <a:pt x="68" y="394"/>
                  </a:moveTo>
                  <a:cubicBezTo>
                    <a:pt x="68" y="356"/>
                    <a:pt x="98" y="326"/>
                    <a:pt x="136" y="326"/>
                  </a:cubicBezTo>
                  <a:cubicBezTo>
                    <a:pt x="174" y="326"/>
                    <a:pt x="204" y="356"/>
                    <a:pt x="204" y="394"/>
                  </a:cubicBezTo>
                  <a:cubicBezTo>
                    <a:pt x="204" y="462"/>
                    <a:pt x="204" y="462"/>
                    <a:pt x="204" y="462"/>
                  </a:cubicBezTo>
                  <a:cubicBezTo>
                    <a:pt x="68" y="462"/>
                    <a:pt x="68" y="462"/>
                    <a:pt x="68" y="462"/>
                  </a:cubicBezTo>
                  <a:lnTo>
                    <a:pt x="68" y="3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89" name="Freeform 101">
              <a:extLst>
                <a:ext uri="{FF2B5EF4-FFF2-40B4-BE49-F238E27FC236}">
                  <a16:creationId xmlns:a16="http://schemas.microsoft.com/office/drawing/2014/main" id="{04DDBAD5-E1A1-4E2F-8FEF-EED4DAFBB1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1325" y="6332538"/>
              <a:ext cx="215900" cy="193675"/>
            </a:xfrm>
            <a:custGeom>
              <a:avLst/>
              <a:gdLst>
                <a:gd name="T0" fmla="*/ 379 w 723"/>
                <a:gd name="T1" fmla="*/ 0 h 652"/>
                <a:gd name="T2" fmla="*/ 242 w 723"/>
                <a:gd name="T3" fmla="*/ 0 h 652"/>
                <a:gd name="T4" fmla="*/ 218 w 723"/>
                <a:gd name="T5" fmla="*/ 10 h 652"/>
                <a:gd name="T6" fmla="*/ 13 w 723"/>
                <a:gd name="T7" fmla="*/ 215 h 652"/>
                <a:gd name="T8" fmla="*/ 13 w 723"/>
                <a:gd name="T9" fmla="*/ 264 h 652"/>
                <a:gd name="T10" fmla="*/ 389 w 723"/>
                <a:gd name="T11" fmla="*/ 639 h 652"/>
                <a:gd name="T12" fmla="*/ 437 w 723"/>
                <a:gd name="T13" fmla="*/ 639 h 652"/>
                <a:gd name="T14" fmla="*/ 710 w 723"/>
                <a:gd name="T15" fmla="*/ 366 h 652"/>
                <a:gd name="T16" fmla="*/ 710 w 723"/>
                <a:gd name="T17" fmla="*/ 318 h 652"/>
                <a:gd name="T18" fmla="*/ 403 w 723"/>
                <a:gd name="T19" fmla="*/ 10 h 652"/>
                <a:gd name="T20" fmla="*/ 379 w 723"/>
                <a:gd name="T21" fmla="*/ 0 h 652"/>
                <a:gd name="T22" fmla="*/ 413 w 723"/>
                <a:gd name="T23" fmla="*/ 567 h 652"/>
                <a:gd name="T24" fmla="*/ 86 w 723"/>
                <a:gd name="T25" fmla="*/ 239 h 652"/>
                <a:gd name="T26" fmla="*/ 256 w 723"/>
                <a:gd name="T27" fmla="*/ 69 h 652"/>
                <a:gd name="T28" fmla="*/ 365 w 723"/>
                <a:gd name="T29" fmla="*/ 69 h 652"/>
                <a:gd name="T30" fmla="*/ 638 w 723"/>
                <a:gd name="T31" fmla="*/ 342 h 652"/>
                <a:gd name="T32" fmla="*/ 413 w 723"/>
                <a:gd name="T33" fmla="*/ 567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3" h="652">
                  <a:moveTo>
                    <a:pt x="379" y="0"/>
                  </a:moveTo>
                  <a:cubicBezTo>
                    <a:pt x="242" y="0"/>
                    <a:pt x="242" y="0"/>
                    <a:pt x="242" y="0"/>
                  </a:cubicBezTo>
                  <a:cubicBezTo>
                    <a:pt x="233" y="0"/>
                    <a:pt x="224" y="4"/>
                    <a:pt x="218" y="10"/>
                  </a:cubicBezTo>
                  <a:cubicBezTo>
                    <a:pt x="13" y="215"/>
                    <a:pt x="13" y="215"/>
                    <a:pt x="13" y="215"/>
                  </a:cubicBezTo>
                  <a:cubicBezTo>
                    <a:pt x="0" y="229"/>
                    <a:pt x="0" y="250"/>
                    <a:pt x="13" y="264"/>
                  </a:cubicBezTo>
                  <a:cubicBezTo>
                    <a:pt x="389" y="639"/>
                    <a:pt x="389" y="639"/>
                    <a:pt x="389" y="639"/>
                  </a:cubicBezTo>
                  <a:cubicBezTo>
                    <a:pt x="402" y="652"/>
                    <a:pt x="424" y="652"/>
                    <a:pt x="437" y="639"/>
                  </a:cubicBezTo>
                  <a:cubicBezTo>
                    <a:pt x="710" y="366"/>
                    <a:pt x="710" y="366"/>
                    <a:pt x="710" y="366"/>
                  </a:cubicBezTo>
                  <a:cubicBezTo>
                    <a:pt x="723" y="353"/>
                    <a:pt x="723" y="331"/>
                    <a:pt x="710" y="318"/>
                  </a:cubicBezTo>
                  <a:cubicBezTo>
                    <a:pt x="403" y="10"/>
                    <a:pt x="403" y="10"/>
                    <a:pt x="403" y="10"/>
                  </a:cubicBezTo>
                  <a:cubicBezTo>
                    <a:pt x="396" y="4"/>
                    <a:pt x="388" y="0"/>
                    <a:pt x="379" y="0"/>
                  </a:cubicBezTo>
                  <a:close/>
                  <a:moveTo>
                    <a:pt x="413" y="567"/>
                  </a:moveTo>
                  <a:cubicBezTo>
                    <a:pt x="86" y="239"/>
                    <a:pt x="86" y="239"/>
                    <a:pt x="86" y="239"/>
                  </a:cubicBezTo>
                  <a:cubicBezTo>
                    <a:pt x="256" y="69"/>
                    <a:pt x="256" y="69"/>
                    <a:pt x="256" y="69"/>
                  </a:cubicBezTo>
                  <a:cubicBezTo>
                    <a:pt x="365" y="69"/>
                    <a:pt x="365" y="69"/>
                    <a:pt x="365" y="69"/>
                  </a:cubicBezTo>
                  <a:cubicBezTo>
                    <a:pt x="638" y="342"/>
                    <a:pt x="638" y="342"/>
                    <a:pt x="638" y="342"/>
                  </a:cubicBezTo>
                  <a:lnTo>
                    <a:pt x="413" y="5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0" name="Freeform 102">
              <a:extLst>
                <a:ext uri="{FF2B5EF4-FFF2-40B4-BE49-F238E27FC236}">
                  <a16:creationId xmlns:a16="http://schemas.microsoft.com/office/drawing/2014/main" id="{900EEB40-175C-4AB5-E875-A8F46E43A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6376988"/>
              <a:ext cx="55563" cy="53975"/>
            </a:xfrm>
            <a:custGeom>
              <a:avLst/>
              <a:gdLst>
                <a:gd name="T0" fmla="*/ 0 w 35"/>
                <a:gd name="T1" fmla="*/ 25 h 34"/>
                <a:gd name="T2" fmla="*/ 26 w 35"/>
                <a:gd name="T3" fmla="*/ 0 h 34"/>
                <a:gd name="T4" fmla="*/ 35 w 35"/>
                <a:gd name="T5" fmla="*/ 9 h 34"/>
                <a:gd name="T6" fmla="*/ 9 w 35"/>
                <a:gd name="T7" fmla="*/ 34 h 34"/>
                <a:gd name="T8" fmla="*/ 0 w 35"/>
                <a:gd name="T9" fmla="*/ 2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4">
                  <a:moveTo>
                    <a:pt x="0" y="25"/>
                  </a:moveTo>
                  <a:lnTo>
                    <a:pt x="26" y="0"/>
                  </a:lnTo>
                  <a:lnTo>
                    <a:pt x="35" y="9"/>
                  </a:lnTo>
                  <a:lnTo>
                    <a:pt x="9" y="34"/>
                  </a:lnTo>
                  <a:lnTo>
                    <a:pt x="0" y="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1" name="Freeform 103">
              <a:extLst>
                <a:ext uri="{FF2B5EF4-FFF2-40B4-BE49-F238E27FC236}">
                  <a16:creationId xmlns:a16="http://schemas.microsoft.com/office/drawing/2014/main" id="{BD35F304-0A12-1F32-6356-5B2B62D5E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6407151"/>
              <a:ext cx="55563" cy="55563"/>
            </a:xfrm>
            <a:custGeom>
              <a:avLst/>
              <a:gdLst>
                <a:gd name="T0" fmla="*/ 0 w 35"/>
                <a:gd name="T1" fmla="*/ 26 h 35"/>
                <a:gd name="T2" fmla="*/ 26 w 35"/>
                <a:gd name="T3" fmla="*/ 0 h 35"/>
                <a:gd name="T4" fmla="*/ 35 w 35"/>
                <a:gd name="T5" fmla="*/ 9 h 35"/>
                <a:gd name="T6" fmla="*/ 9 w 35"/>
                <a:gd name="T7" fmla="*/ 35 h 35"/>
                <a:gd name="T8" fmla="*/ 0 w 35"/>
                <a:gd name="T9" fmla="*/ 26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5">
                  <a:moveTo>
                    <a:pt x="0" y="26"/>
                  </a:moveTo>
                  <a:lnTo>
                    <a:pt x="26" y="0"/>
                  </a:lnTo>
                  <a:lnTo>
                    <a:pt x="35" y="9"/>
                  </a:lnTo>
                  <a:lnTo>
                    <a:pt x="9" y="35"/>
                  </a:lnTo>
                  <a:lnTo>
                    <a:pt x="0" y="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FB38D9F-EE6C-33E3-AD8D-776AA132711B}"/>
              </a:ext>
            </a:extLst>
          </p:cNvPr>
          <p:cNvGrpSpPr/>
          <p:nvPr/>
        </p:nvGrpSpPr>
        <p:grpSpPr>
          <a:xfrm>
            <a:off x="7127111" y="4532708"/>
            <a:ext cx="376365" cy="375379"/>
            <a:chOff x="2532063" y="5900738"/>
            <a:chExt cx="606424" cy="604837"/>
          </a:xfrm>
          <a:solidFill>
            <a:schemeClr val="bg1"/>
          </a:solidFill>
        </p:grpSpPr>
        <p:sp>
          <p:nvSpPr>
            <p:cNvPr id="93" name="Freeform 107">
              <a:extLst>
                <a:ext uri="{FF2B5EF4-FFF2-40B4-BE49-F238E27FC236}">
                  <a16:creationId xmlns:a16="http://schemas.microsoft.com/office/drawing/2014/main" id="{064EE9F0-221C-1055-4CBC-A3D1E5729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2063" y="5900738"/>
              <a:ext cx="604837" cy="604837"/>
            </a:xfrm>
            <a:custGeom>
              <a:avLst/>
              <a:gdLst>
                <a:gd name="T0" fmla="*/ 2368 w 2384"/>
                <a:gd name="T1" fmla="*/ 1279 h 2384"/>
                <a:gd name="T2" fmla="*/ 1964 w 2384"/>
                <a:gd name="T3" fmla="*/ 875 h 2384"/>
                <a:gd name="T4" fmla="*/ 1934 w 2384"/>
                <a:gd name="T5" fmla="*/ 450 h 2384"/>
                <a:gd name="T6" fmla="*/ 1704 w 2384"/>
                <a:gd name="T7" fmla="*/ 355 h 2384"/>
                <a:gd name="T8" fmla="*/ 1509 w 2384"/>
                <a:gd name="T9" fmla="*/ 420 h 2384"/>
                <a:gd name="T10" fmla="*/ 1105 w 2384"/>
                <a:gd name="T11" fmla="*/ 16 h 2384"/>
                <a:gd name="T12" fmla="*/ 1064 w 2384"/>
                <a:gd name="T13" fmla="*/ 3 h 2384"/>
                <a:gd name="T14" fmla="*/ 1030 w 2384"/>
                <a:gd name="T15" fmla="*/ 29 h 2384"/>
                <a:gd name="T16" fmla="*/ 372 w 2384"/>
                <a:gd name="T17" fmla="*/ 1459 h 2384"/>
                <a:gd name="T18" fmla="*/ 115 w 2384"/>
                <a:gd name="T19" fmla="*/ 1717 h 2384"/>
                <a:gd name="T20" fmla="*/ 0 w 2384"/>
                <a:gd name="T21" fmla="*/ 1993 h 2384"/>
                <a:gd name="T22" fmla="*/ 115 w 2384"/>
                <a:gd name="T23" fmla="*/ 2269 h 2384"/>
                <a:gd name="T24" fmla="*/ 391 w 2384"/>
                <a:gd name="T25" fmla="*/ 2384 h 2384"/>
                <a:gd name="T26" fmla="*/ 667 w 2384"/>
                <a:gd name="T27" fmla="*/ 2269 h 2384"/>
                <a:gd name="T28" fmla="*/ 839 w 2384"/>
                <a:gd name="T29" fmla="*/ 2097 h 2384"/>
                <a:gd name="T30" fmla="*/ 1112 w 2384"/>
                <a:gd name="T31" fmla="*/ 2370 h 2384"/>
                <a:gd name="T32" fmla="*/ 1145 w 2384"/>
                <a:gd name="T33" fmla="*/ 2384 h 2384"/>
                <a:gd name="T34" fmla="*/ 1177 w 2384"/>
                <a:gd name="T35" fmla="*/ 2370 h 2384"/>
                <a:gd name="T36" fmla="*/ 1347 w 2384"/>
                <a:gd name="T37" fmla="*/ 2200 h 2384"/>
                <a:gd name="T38" fmla="*/ 1347 w 2384"/>
                <a:gd name="T39" fmla="*/ 2134 h 2384"/>
                <a:gd name="T40" fmla="*/ 1130 w 2384"/>
                <a:gd name="T41" fmla="*/ 1917 h 2384"/>
                <a:gd name="T42" fmla="*/ 2354 w 2384"/>
                <a:gd name="T43" fmla="*/ 1354 h 2384"/>
                <a:gd name="T44" fmla="*/ 2381 w 2384"/>
                <a:gd name="T45" fmla="*/ 1320 h 2384"/>
                <a:gd name="T46" fmla="*/ 2368 w 2384"/>
                <a:gd name="T47" fmla="*/ 1279 h 2384"/>
                <a:gd name="T48" fmla="*/ 1704 w 2384"/>
                <a:gd name="T49" fmla="*/ 448 h 2384"/>
                <a:gd name="T50" fmla="*/ 1868 w 2384"/>
                <a:gd name="T51" fmla="*/ 516 h 2384"/>
                <a:gd name="T52" fmla="*/ 1897 w 2384"/>
                <a:gd name="T53" fmla="*/ 808 h 2384"/>
                <a:gd name="T54" fmla="*/ 1576 w 2384"/>
                <a:gd name="T55" fmla="*/ 487 h 2384"/>
                <a:gd name="T56" fmla="*/ 1704 w 2384"/>
                <a:gd name="T57" fmla="*/ 448 h 2384"/>
                <a:gd name="T58" fmla="*/ 728 w 2384"/>
                <a:gd name="T59" fmla="*/ 2077 h 2384"/>
                <a:gd name="T60" fmla="*/ 556 w 2384"/>
                <a:gd name="T61" fmla="*/ 1905 h 2384"/>
                <a:gd name="T62" fmla="*/ 491 w 2384"/>
                <a:gd name="T63" fmla="*/ 1905 h 2384"/>
                <a:gd name="T64" fmla="*/ 491 w 2384"/>
                <a:gd name="T65" fmla="*/ 1970 h 2384"/>
                <a:gd name="T66" fmla="*/ 663 w 2384"/>
                <a:gd name="T67" fmla="*/ 2142 h 2384"/>
                <a:gd name="T68" fmla="*/ 602 w 2384"/>
                <a:gd name="T69" fmla="*/ 2203 h 2384"/>
                <a:gd name="T70" fmla="*/ 391 w 2384"/>
                <a:gd name="T71" fmla="*/ 2291 h 2384"/>
                <a:gd name="T72" fmla="*/ 181 w 2384"/>
                <a:gd name="T73" fmla="*/ 2203 h 2384"/>
                <a:gd name="T74" fmla="*/ 93 w 2384"/>
                <a:gd name="T75" fmla="*/ 1993 h 2384"/>
                <a:gd name="T76" fmla="*/ 181 w 2384"/>
                <a:gd name="T77" fmla="*/ 1782 h 2384"/>
                <a:gd name="T78" fmla="*/ 411 w 2384"/>
                <a:gd name="T79" fmla="*/ 1552 h 2384"/>
                <a:gd name="T80" fmla="*/ 832 w 2384"/>
                <a:gd name="T81" fmla="*/ 1973 h 2384"/>
                <a:gd name="T82" fmla="*/ 728 w 2384"/>
                <a:gd name="T83" fmla="*/ 2077 h 2384"/>
                <a:gd name="T84" fmla="*/ 1249 w 2384"/>
                <a:gd name="T85" fmla="*/ 2167 h 2384"/>
                <a:gd name="T86" fmla="*/ 1145 w 2384"/>
                <a:gd name="T87" fmla="*/ 2271 h 2384"/>
                <a:gd name="T88" fmla="*/ 905 w 2384"/>
                <a:gd name="T89" fmla="*/ 2032 h 2384"/>
                <a:gd name="T90" fmla="*/ 925 w 2384"/>
                <a:gd name="T91" fmla="*/ 2012 h 2384"/>
                <a:gd name="T92" fmla="*/ 1040 w 2384"/>
                <a:gd name="T93" fmla="*/ 1959 h 2384"/>
                <a:gd name="T94" fmla="*/ 1249 w 2384"/>
                <a:gd name="T95" fmla="*/ 2167 h 2384"/>
                <a:gd name="T96" fmla="*/ 908 w 2384"/>
                <a:gd name="T97" fmla="*/ 1917 h 2384"/>
                <a:gd name="T98" fmla="*/ 467 w 2384"/>
                <a:gd name="T99" fmla="*/ 1476 h 2384"/>
                <a:gd name="T100" fmla="*/ 984 w 2384"/>
                <a:gd name="T101" fmla="*/ 353 h 2384"/>
                <a:gd name="T102" fmla="*/ 1196 w 2384"/>
                <a:gd name="T103" fmla="*/ 565 h 2384"/>
                <a:gd name="T104" fmla="*/ 1229 w 2384"/>
                <a:gd name="T105" fmla="*/ 579 h 2384"/>
                <a:gd name="T106" fmla="*/ 1262 w 2384"/>
                <a:gd name="T107" fmla="*/ 565 h 2384"/>
                <a:gd name="T108" fmla="*/ 1262 w 2384"/>
                <a:gd name="T109" fmla="*/ 500 h 2384"/>
                <a:gd name="T110" fmla="*/ 1025 w 2384"/>
                <a:gd name="T111" fmla="*/ 263 h 2384"/>
                <a:gd name="T112" fmla="*/ 1087 w 2384"/>
                <a:gd name="T113" fmla="*/ 129 h 2384"/>
                <a:gd name="T114" fmla="*/ 2255 w 2384"/>
                <a:gd name="T115" fmla="*/ 1297 h 2384"/>
                <a:gd name="T116" fmla="*/ 908 w 2384"/>
                <a:gd name="T117" fmla="*/ 1917 h 2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384" h="2384">
                  <a:moveTo>
                    <a:pt x="2368" y="1279"/>
                  </a:moveTo>
                  <a:cubicBezTo>
                    <a:pt x="1964" y="875"/>
                    <a:pt x="1964" y="875"/>
                    <a:pt x="1964" y="875"/>
                  </a:cubicBezTo>
                  <a:cubicBezTo>
                    <a:pt x="2059" y="748"/>
                    <a:pt x="2049" y="566"/>
                    <a:pt x="1934" y="450"/>
                  </a:cubicBezTo>
                  <a:cubicBezTo>
                    <a:pt x="1872" y="389"/>
                    <a:pt x="1791" y="355"/>
                    <a:pt x="1704" y="355"/>
                  </a:cubicBezTo>
                  <a:cubicBezTo>
                    <a:pt x="1633" y="355"/>
                    <a:pt x="1565" y="378"/>
                    <a:pt x="1509" y="420"/>
                  </a:cubicBezTo>
                  <a:cubicBezTo>
                    <a:pt x="1105" y="16"/>
                    <a:pt x="1105" y="16"/>
                    <a:pt x="1105" y="16"/>
                  </a:cubicBezTo>
                  <a:cubicBezTo>
                    <a:pt x="1094" y="5"/>
                    <a:pt x="1079" y="0"/>
                    <a:pt x="1064" y="3"/>
                  </a:cubicBezTo>
                  <a:cubicBezTo>
                    <a:pt x="1049" y="6"/>
                    <a:pt x="1036" y="16"/>
                    <a:pt x="1030" y="29"/>
                  </a:cubicBezTo>
                  <a:cubicBezTo>
                    <a:pt x="372" y="1459"/>
                    <a:pt x="372" y="1459"/>
                    <a:pt x="372" y="1459"/>
                  </a:cubicBezTo>
                  <a:cubicBezTo>
                    <a:pt x="115" y="1717"/>
                    <a:pt x="115" y="1717"/>
                    <a:pt x="115" y="1717"/>
                  </a:cubicBezTo>
                  <a:cubicBezTo>
                    <a:pt x="41" y="1790"/>
                    <a:pt x="0" y="1889"/>
                    <a:pt x="0" y="1993"/>
                  </a:cubicBezTo>
                  <a:cubicBezTo>
                    <a:pt x="0" y="2097"/>
                    <a:pt x="41" y="2195"/>
                    <a:pt x="115" y="2269"/>
                  </a:cubicBezTo>
                  <a:cubicBezTo>
                    <a:pt x="189" y="2343"/>
                    <a:pt x="287" y="2384"/>
                    <a:pt x="391" y="2384"/>
                  </a:cubicBezTo>
                  <a:cubicBezTo>
                    <a:pt x="495" y="2384"/>
                    <a:pt x="594" y="2343"/>
                    <a:pt x="667" y="2269"/>
                  </a:cubicBezTo>
                  <a:cubicBezTo>
                    <a:pt x="839" y="2097"/>
                    <a:pt x="839" y="2097"/>
                    <a:pt x="839" y="2097"/>
                  </a:cubicBezTo>
                  <a:cubicBezTo>
                    <a:pt x="1112" y="2370"/>
                    <a:pt x="1112" y="2370"/>
                    <a:pt x="1112" y="2370"/>
                  </a:cubicBezTo>
                  <a:cubicBezTo>
                    <a:pt x="1120" y="2379"/>
                    <a:pt x="1132" y="2384"/>
                    <a:pt x="1145" y="2384"/>
                  </a:cubicBezTo>
                  <a:cubicBezTo>
                    <a:pt x="1157" y="2384"/>
                    <a:pt x="1169" y="2379"/>
                    <a:pt x="1177" y="2370"/>
                  </a:cubicBezTo>
                  <a:cubicBezTo>
                    <a:pt x="1347" y="2200"/>
                    <a:pt x="1347" y="2200"/>
                    <a:pt x="1347" y="2200"/>
                  </a:cubicBezTo>
                  <a:cubicBezTo>
                    <a:pt x="1365" y="2182"/>
                    <a:pt x="1365" y="2152"/>
                    <a:pt x="1347" y="2134"/>
                  </a:cubicBezTo>
                  <a:cubicBezTo>
                    <a:pt x="1130" y="1917"/>
                    <a:pt x="1130" y="1917"/>
                    <a:pt x="1130" y="1917"/>
                  </a:cubicBezTo>
                  <a:cubicBezTo>
                    <a:pt x="2354" y="1354"/>
                    <a:pt x="2354" y="1354"/>
                    <a:pt x="2354" y="1354"/>
                  </a:cubicBezTo>
                  <a:cubicBezTo>
                    <a:pt x="2368" y="1348"/>
                    <a:pt x="2378" y="1335"/>
                    <a:pt x="2381" y="1320"/>
                  </a:cubicBezTo>
                  <a:cubicBezTo>
                    <a:pt x="2384" y="1305"/>
                    <a:pt x="2379" y="1290"/>
                    <a:pt x="2368" y="1279"/>
                  </a:cubicBezTo>
                  <a:close/>
                  <a:moveTo>
                    <a:pt x="1704" y="448"/>
                  </a:moveTo>
                  <a:cubicBezTo>
                    <a:pt x="1766" y="448"/>
                    <a:pt x="1824" y="472"/>
                    <a:pt x="1868" y="516"/>
                  </a:cubicBezTo>
                  <a:cubicBezTo>
                    <a:pt x="1947" y="595"/>
                    <a:pt x="1957" y="718"/>
                    <a:pt x="1897" y="808"/>
                  </a:cubicBezTo>
                  <a:cubicBezTo>
                    <a:pt x="1576" y="487"/>
                    <a:pt x="1576" y="487"/>
                    <a:pt x="1576" y="487"/>
                  </a:cubicBezTo>
                  <a:cubicBezTo>
                    <a:pt x="1613" y="462"/>
                    <a:pt x="1658" y="448"/>
                    <a:pt x="1704" y="448"/>
                  </a:cubicBezTo>
                  <a:close/>
                  <a:moveTo>
                    <a:pt x="728" y="2077"/>
                  </a:moveTo>
                  <a:cubicBezTo>
                    <a:pt x="556" y="1905"/>
                    <a:pt x="556" y="1905"/>
                    <a:pt x="556" y="1905"/>
                  </a:cubicBezTo>
                  <a:cubicBezTo>
                    <a:pt x="538" y="1887"/>
                    <a:pt x="509" y="1887"/>
                    <a:pt x="491" y="1905"/>
                  </a:cubicBezTo>
                  <a:cubicBezTo>
                    <a:pt x="473" y="1923"/>
                    <a:pt x="473" y="1952"/>
                    <a:pt x="491" y="1970"/>
                  </a:cubicBezTo>
                  <a:cubicBezTo>
                    <a:pt x="663" y="2142"/>
                    <a:pt x="663" y="2142"/>
                    <a:pt x="663" y="2142"/>
                  </a:cubicBezTo>
                  <a:cubicBezTo>
                    <a:pt x="602" y="2203"/>
                    <a:pt x="602" y="2203"/>
                    <a:pt x="602" y="2203"/>
                  </a:cubicBezTo>
                  <a:cubicBezTo>
                    <a:pt x="545" y="2260"/>
                    <a:pt x="471" y="2291"/>
                    <a:pt x="391" y="2291"/>
                  </a:cubicBezTo>
                  <a:cubicBezTo>
                    <a:pt x="312" y="2291"/>
                    <a:pt x="237" y="2260"/>
                    <a:pt x="181" y="2203"/>
                  </a:cubicBezTo>
                  <a:cubicBezTo>
                    <a:pt x="124" y="2147"/>
                    <a:pt x="93" y="2072"/>
                    <a:pt x="93" y="1993"/>
                  </a:cubicBezTo>
                  <a:cubicBezTo>
                    <a:pt x="93" y="1913"/>
                    <a:pt x="124" y="1839"/>
                    <a:pt x="181" y="1782"/>
                  </a:cubicBezTo>
                  <a:cubicBezTo>
                    <a:pt x="411" y="1552"/>
                    <a:pt x="411" y="1552"/>
                    <a:pt x="411" y="1552"/>
                  </a:cubicBezTo>
                  <a:cubicBezTo>
                    <a:pt x="832" y="1973"/>
                    <a:pt x="832" y="1973"/>
                    <a:pt x="832" y="1973"/>
                  </a:cubicBezTo>
                  <a:lnTo>
                    <a:pt x="728" y="2077"/>
                  </a:lnTo>
                  <a:close/>
                  <a:moveTo>
                    <a:pt x="1249" y="2167"/>
                  </a:moveTo>
                  <a:cubicBezTo>
                    <a:pt x="1145" y="2271"/>
                    <a:pt x="1145" y="2271"/>
                    <a:pt x="1145" y="2271"/>
                  </a:cubicBezTo>
                  <a:cubicBezTo>
                    <a:pt x="905" y="2032"/>
                    <a:pt x="905" y="2032"/>
                    <a:pt x="905" y="2032"/>
                  </a:cubicBezTo>
                  <a:cubicBezTo>
                    <a:pt x="925" y="2012"/>
                    <a:pt x="925" y="2012"/>
                    <a:pt x="925" y="2012"/>
                  </a:cubicBezTo>
                  <a:cubicBezTo>
                    <a:pt x="1040" y="1959"/>
                    <a:pt x="1040" y="1959"/>
                    <a:pt x="1040" y="1959"/>
                  </a:cubicBezTo>
                  <a:lnTo>
                    <a:pt x="1249" y="2167"/>
                  </a:lnTo>
                  <a:close/>
                  <a:moveTo>
                    <a:pt x="908" y="1917"/>
                  </a:moveTo>
                  <a:cubicBezTo>
                    <a:pt x="467" y="1476"/>
                    <a:pt x="467" y="1476"/>
                    <a:pt x="467" y="1476"/>
                  </a:cubicBezTo>
                  <a:cubicBezTo>
                    <a:pt x="984" y="353"/>
                    <a:pt x="984" y="353"/>
                    <a:pt x="984" y="353"/>
                  </a:cubicBezTo>
                  <a:cubicBezTo>
                    <a:pt x="1196" y="565"/>
                    <a:pt x="1196" y="565"/>
                    <a:pt x="1196" y="565"/>
                  </a:cubicBezTo>
                  <a:cubicBezTo>
                    <a:pt x="1205" y="574"/>
                    <a:pt x="1217" y="579"/>
                    <a:pt x="1229" y="579"/>
                  </a:cubicBezTo>
                  <a:cubicBezTo>
                    <a:pt x="1241" y="579"/>
                    <a:pt x="1253" y="574"/>
                    <a:pt x="1262" y="565"/>
                  </a:cubicBezTo>
                  <a:cubicBezTo>
                    <a:pt x="1280" y="547"/>
                    <a:pt x="1280" y="518"/>
                    <a:pt x="1262" y="500"/>
                  </a:cubicBezTo>
                  <a:cubicBezTo>
                    <a:pt x="1025" y="263"/>
                    <a:pt x="1025" y="263"/>
                    <a:pt x="1025" y="263"/>
                  </a:cubicBezTo>
                  <a:cubicBezTo>
                    <a:pt x="1087" y="129"/>
                    <a:pt x="1087" y="129"/>
                    <a:pt x="1087" y="129"/>
                  </a:cubicBezTo>
                  <a:cubicBezTo>
                    <a:pt x="2255" y="1297"/>
                    <a:pt x="2255" y="1297"/>
                    <a:pt x="2255" y="1297"/>
                  </a:cubicBezTo>
                  <a:lnTo>
                    <a:pt x="908" y="19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4" name="Freeform 108">
              <a:extLst>
                <a:ext uri="{FF2B5EF4-FFF2-40B4-BE49-F238E27FC236}">
                  <a16:creationId xmlns:a16="http://schemas.microsoft.com/office/drawing/2014/main" id="{A0DAA923-A9F5-2C67-5D41-4AF0C7A26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875" y="6110288"/>
              <a:ext cx="69850" cy="185737"/>
            </a:xfrm>
            <a:custGeom>
              <a:avLst/>
              <a:gdLst>
                <a:gd name="T0" fmla="*/ 272 w 279"/>
                <a:gd name="T1" fmla="*/ 670 h 729"/>
                <a:gd name="T2" fmla="*/ 97 w 279"/>
                <a:gd name="T3" fmla="*/ 39 h 729"/>
                <a:gd name="T4" fmla="*/ 40 w 279"/>
                <a:gd name="T5" fmla="*/ 7 h 729"/>
                <a:gd name="T6" fmla="*/ 7 w 279"/>
                <a:gd name="T7" fmla="*/ 64 h 729"/>
                <a:gd name="T8" fmla="*/ 183 w 279"/>
                <a:gd name="T9" fmla="*/ 695 h 729"/>
                <a:gd name="T10" fmla="*/ 228 w 279"/>
                <a:gd name="T11" fmla="*/ 729 h 729"/>
                <a:gd name="T12" fmla="*/ 240 w 279"/>
                <a:gd name="T13" fmla="*/ 727 h 729"/>
                <a:gd name="T14" fmla="*/ 272 w 279"/>
                <a:gd name="T15" fmla="*/ 670 h 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9" h="729">
                  <a:moveTo>
                    <a:pt x="272" y="670"/>
                  </a:moveTo>
                  <a:cubicBezTo>
                    <a:pt x="97" y="39"/>
                    <a:pt x="97" y="39"/>
                    <a:pt x="97" y="39"/>
                  </a:cubicBezTo>
                  <a:cubicBezTo>
                    <a:pt x="90" y="15"/>
                    <a:pt x="64" y="0"/>
                    <a:pt x="40" y="7"/>
                  </a:cubicBezTo>
                  <a:cubicBezTo>
                    <a:pt x="15" y="14"/>
                    <a:pt x="0" y="40"/>
                    <a:pt x="7" y="64"/>
                  </a:cubicBezTo>
                  <a:cubicBezTo>
                    <a:pt x="183" y="695"/>
                    <a:pt x="183" y="695"/>
                    <a:pt x="183" y="695"/>
                  </a:cubicBezTo>
                  <a:cubicBezTo>
                    <a:pt x="189" y="716"/>
                    <a:pt x="207" y="729"/>
                    <a:pt x="228" y="729"/>
                  </a:cubicBezTo>
                  <a:cubicBezTo>
                    <a:pt x="232" y="729"/>
                    <a:pt x="236" y="729"/>
                    <a:pt x="240" y="727"/>
                  </a:cubicBezTo>
                  <a:cubicBezTo>
                    <a:pt x="265" y="721"/>
                    <a:pt x="279" y="695"/>
                    <a:pt x="272" y="6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5" name="Freeform 109">
              <a:extLst>
                <a:ext uri="{FF2B5EF4-FFF2-40B4-BE49-F238E27FC236}">
                  <a16:creationId xmlns:a16="http://schemas.microsoft.com/office/drawing/2014/main" id="{972E5713-5B42-1246-95AF-D3B3F3245D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313" y="6154738"/>
              <a:ext cx="85725" cy="84137"/>
            </a:xfrm>
            <a:custGeom>
              <a:avLst/>
              <a:gdLst>
                <a:gd name="T0" fmla="*/ 284 w 333"/>
                <a:gd name="T1" fmla="*/ 48 h 332"/>
                <a:gd name="T2" fmla="*/ 166 w 333"/>
                <a:gd name="T3" fmla="*/ 0 h 332"/>
                <a:gd name="T4" fmla="*/ 49 w 333"/>
                <a:gd name="T5" fmla="*/ 48 h 332"/>
                <a:gd name="T6" fmla="*/ 0 w 333"/>
                <a:gd name="T7" fmla="*/ 166 h 332"/>
                <a:gd name="T8" fmla="*/ 49 w 333"/>
                <a:gd name="T9" fmla="*/ 284 h 332"/>
                <a:gd name="T10" fmla="*/ 166 w 333"/>
                <a:gd name="T11" fmla="*/ 332 h 332"/>
                <a:gd name="T12" fmla="*/ 284 w 333"/>
                <a:gd name="T13" fmla="*/ 284 h 332"/>
                <a:gd name="T14" fmla="*/ 333 w 333"/>
                <a:gd name="T15" fmla="*/ 166 h 332"/>
                <a:gd name="T16" fmla="*/ 284 w 333"/>
                <a:gd name="T17" fmla="*/ 48 h 332"/>
                <a:gd name="T18" fmla="*/ 218 w 333"/>
                <a:gd name="T19" fmla="*/ 218 h 332"/>
                <a:gd name="T20" fmla="*/ 166 w 333"/>
                <a:gd name="T21" fmla="*/ 239 h 332"/>
                <a:gd name="T22" fmla="*/ 114 w 333"/>
                <a:gd name="T23" fmla="*/ 218 h 332"/>
                <a:gd name="T24" fmla="*/ 114 w 333"/>
                <a:gd name="T25" fmla="*/ 114 h 332"/>
                <a:gd name="T26" fmla="*/ 166 w 333"/>
                <a:gd name="T27" fmla="*/ 93 h 332"/>
                <a:gd name="T28" fmla="*/ 218 w 333"/>
                <a:gd name="T29" fmla="*/ 114 h 332"/>
                <a:gd name="T30" fmla="*/ 218 w 333"/>
                <a:gd name="T31" fmla="*/ 218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3" h="332">
                  <a:moveTo>
                    <a:pt x="284" y="48"/>
                  </a:moveTo>
                  <a:cubicBezTo>
                    <a:pt x="252" y="17"/>
                    <a:pt x="211" y="0"/>
                    <a:pt x="166" y="0"/>
                  </a:cubicBezTo>
                  <a:cubicBezTo>
                    <a:pt x="122" y="0"/>
                    <a:pt x="80" y="17"/>
                    <a:pt x="49" y="48"/>
                  </a:cubicBezTo>
                  <a:cubicBezTo>
                    <a:pt x="17" y="80"/>
                    <a:pt x="0" y="122"/>
                    <a:pt x="0" y="166"/>
                  </a:cubicBezTo>
                  <a:cubicBezTo>
                    <a:pt x="0" y="210"/>
                    <a:pt x="17" y="252"/>
                    <a:pt x="49" y="284"/>
                  </a:cubicBezTo>
                  <a:cubicBezTo>
                    <a:pt x="80" y="315"/>
                    <a:pt x="122" y="332"/>
                    <a:pt x="166" y="332"/>
                  </a:cubicBezTo>
                  <a:cubicBezTo>
                    <a:pt x="211" y="332"/>
                    <a:pt x="252" y="315"/>
                    <a:pt x="284" y="284"/>
                  </a:cubicBezTo>
                  <a:cubicBezTo>
                    <a:pt x="315" y="252"/>
                    <a:pt x="333" y="210"/>
                    <a:pt x="333" y="166"/>
                  </a:cubicBezTo>
                  <a:cubicBezTo>
                    <a:pt x="333" y="122"/>
                    <a:pt x="315" y="80"/>
                    <a:pt x="284" y="48"/>
                  </a:cubicBezTo>
                  <a:close/>
                  <a:moveTo>
                    <a:pt x="218" y="218"/>
                  </a:moveTo>
                  <a:cubicBezTo>
                    <a:pt x="204" y="232"/>
                    <a:pt x="186" y="239"/>
                    <a:pt x="166" y="239"/>
                  </a:cubicBezTo>
                  <a:cubicBezTo>
                    <a:pt x="147" y="239"/>
                    <a:pt x="128" y="232"/>
                    <a:pt x="114" y="218"/>
                  </a:cubicBezTo>
                  <a:cubicBezTo>
                    <a:pt x="86" y="189"/>
                    <a:pt x="86" y="143"/>
                    <a:pt x="114" y="114"/>
                  </a:cubicBezTo>
                  <a:cubicBezTo>
                    <a:pt x="128" y="100"/>
                    <a:pt x="147" y="93"/>
                    <a:pt x="166" y="93"/>
                  </a:cubicBezTo>
                  <a:cubicBezTo>
                    <a:pt x="186" y="93"/>
                    <a:pt x="204" y="100"/>
                    <a:pt x="218" y="114"/>
                  </a:cubicBezTo>
                  <a:cubicBezTo>
                    <a:pt x="247" y="143"/>
                    <a:pt x="247" y="189"/>
                    <a:pt x="218" y="2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6" name="Freeform 110">
              <a:extLst>
                <a:ext uri="{FF2B5EF4-FFF2-40B4-BE49-F238E27FC236}">
                  <a16:creationId xmlns:a16="http://schemas.microsoft.com/office/drawing/2014/main" id="{9258C171-11C6-2209-83B3-836249A362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24150" y="6146800"/>
              <a:ext cx="84137" cy="84137"/>
            </a:xfrm>
            <a:custGeom>
              <a:avLst/>
              <a:gdLst>
                <a:gd name="T0" fmla="*/ 284 w 332"/>
                <a:gd name="T1" fmla="*/ 49 h 333"/>
                <a:gd name="T2" fmla="*/ 166 w 332"/>
                <a:gd name="T3" fmla="*/ 0 h 333"/>
                <a:gd name="T4" fmla="*/ 49 w 332"/>
                <a:gd name="T5" fmla="*/ 49 h 333"/>
                <a:gd name="T6" fmla="*/ 0 w 332"/>
                <a:gd name="T7" fmla="*/ 167 h 333"/>
                <a:gd name="T8" fmla="*/ 49 w 332"/>
                <a:gd name="T9" fmla="*/ 284 h 333"/>
                <a:gd name="T10" fmla="*/ 166 w 332"/>
                <a:gd name="T11" fmla="*/ 333 h 333"/>
                <a:gd name="T12" fmla="*/ 284 w 332"/>
                <a:gd name="T13" fmla="*/ 284 h 333"/>
                <a:gd name="T14" fmla="*/ 332 w 332"/>
                <a:gd name="T15" fmla="*/ 167 h 333"/>
                <a:gd name="T16" fmla="*/ 284 w 332"/>
                <a:gd name="T17" fmla="*/ 49 h 333"/>
                <a:gd name="T18" fmla="*/ 218 w 332"/>
                <a:gd name="T19" fmla="*/ 218 h 333"/>
                <a:gd name="T20" fmla="*/ 166 w 332"/>
                <a:gd name="T21" fmla="*/ 240 h 333"/>
                <a:gd name="T22" fmla="*/ 114 w 332"/>
                <a:gd name="T23" fmla="*/ 218 h 333"/>
                <a:gd name="T24" fmla="*/ 93 w 332"/>
                <a:gd name="T25" fmla="*/ 167 h 333"/>
                <a:gd name="T26" fmla="*/ 114 w 332"/>
                <a:gd name="T27" fmla="*/ 115 h 333"/>
                <a:gd name="T28" fmla="*/ 166 w 332"/>
                <a:gd name="T29" fmla="*/ 93 h 333"/>
                <a:gd name="T30" fmla="*/ 218 w 332"/>
                <a:gd name="T31" fmla="*/ 115 h 333"/>
                <a:gd name="T32" fmla="*/ 239 w 332"/>
                <a:gd name="T33" fmla="*/ 167 h 333"/>
                <a:gd name="T34" fmla="*/ 218 w 332"/>
                <a:gd name="T35" fmla="*/ 218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2" h="333">
                  <a:moveTo>
                    <a:pt x="284" y="49"/>
                  </a:moveTo>
                  <a:cubicBezTo>
                    <a:pt x="252" y="18"/>
                    <a:pt x="211" y="0"/>
                    <a:pt x="166" y="0"/>
                  </a:cubicBezTo>
                  <a:cubicBezTo>
                    <a:pt x="122" y="0"/>
                    <a:pt x="80" y="18"/>
                    <a:pt x="49" y="49"/>
                  </a:cubicBezTo>
                  <a:cubicBezTo>
                    <a:pt x="17" y="80"/>
                    <a:pt x="0" y="122"/>
                    <a:pt x="0" y="167"/>
                  </a:cubicBezTo>
                  <a:cubicBezTo>
                    <a:pt x="0" y="211"/>
                    <a:pt x="17" y="253"/>
                    <a:pt x="49" y="284"/>
                  </a:cubicBezTo>
                  <a:cubicBezTo>
                    <a:pt x="80" y="316"/>
                    <a:pt x="122" y="333"/>
                    <a:pt x="166" y="333"/>
                  </a:cubicBezTo>
                  <a:cubicBezTo>
                    <a:pt x="211" y="333"/>
                    <a:pt x="252" y="316"/>
                    <a:pt x="284" y="284"/>
                  </a:cubicBezTo>
                  <a:cubicBezTo>
                    <a:pt x="315" y="253"/>
                    <a:pt x="332" y="211"/>
                    <a:pt x="332" y="167"/>
                  </a:cubicBezTo>
                  <a:cubicBezTo>
                    <a:pt x="332" y="122"/>
                    <a:pt x="315" y="80"/>
                    <a:pt x="284" y="49"/>
                  </a:cubicBezTo>
                  <a:close/>
                  <a:moveTo>
                    <a:pt x="218" y="218"/>
                  </a:moveTo>
                  <a:cubicBezTo>
                    <a:pt x="204" y="232"/>
                    <a:pt x="186" y="240"/>
                    <a:pt x="166" y="240"/>
                  </a:cubicBezTo>
                  <a:cubicBezTo>
                    <a:pt x="147" y="240"/>
                    <a:pt x="128" y="232"/>
                    <a:pt x="114" y="218"/>
                  </a:cubicBezTo>
                  <a:cubicBezTo>
                    <a:pt x="101" y="205"/>
                    <a:pt x="93" y="186"/>
                    <a:pt x="93" y="167"/>
                  </a:cubicBezTo>
                  <a:cubicBezTo>
                    <a:pt x="93" y="147"/>
                    <a:pt x="101" y="129"/>
                    <a:pt x="114" y="115"/>
                  </a:cubicBezTo>
                  <a:cubicBezTo>
                    <a:pt x="128" y="101"/>
                    <a:pt x="147" y="93"/>
                    <a:pt x="166" y="93"/>
                  </a:cubicBezTo>
                  <a:cubicBezTo>
                    <a:pt x="186" y="93"/>
                    <a:pt x="204" y="101"/>
                    <a:pt x="218" y="115"/>
                  </a:cubicBezTo>
                  <a:cubicBezTo>
                    <a:pt x="232" y="129"/>
                    <a:pt x="239" y="147"/>
                    <a:pt x="239" y="167"/>
                  </a:cubicBezTo>
                  <a:cubicBezTo>
                    <a:pt x="239" y="186"/>
                    <a:pt x="232" y="205"/>
                    <a:pt x="218" y="2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7" name="Freeform 111">
              <a:extLst>
                <a:ext uri="{FF2B5EF4-FFF2-40B4-BE49-F238E27FC236}">
                  <a16:creationId xmlns:a16="http://schemas.microsoft.com/office/drawing/2014/main" id="{7ED662A2-327F-1DD9-46A6-A94B6E9EB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000" y="5900738"/>
              <a:ext cx="90487" cy="87312"/>
            </a:xfrm>
            <a:custGeom>
              <a:avLst/>
              <a:gdLst>
                <a:gd name="T0" fmla="*/ 335 w 353"/>
                <a:gd name="T1" fmla="*/ 18 h 349"/>
                <a:gd name="T2" fmla="*/ 269 w 353"/>
                <a:gd name="T3" fmla="*/ 18 h 349"/>
                <a:gd name="T4" fmla="*/ 18 w 353"/>
                <a:gd name="T5" fmla="*/ 269 h 349"/>
                <a:gd name="T6" fmla="*/ 18 w 353"/>
                <a:gd name="T7" fmla="*/ 335 h 349"/>
                <a:gd name="T8" fmla="*/ 51 w 353"/>
                <a:gd name="T9" fmla="*/ 349 h 349"/>
                <a:gd name="T10" fmla="*/ 84 w 353"/>
                <a:gd name="T11" fmla="*/ 335 h 349"/>
                <a:gd name="T12" fmla="*/ 335 w 353"/>
                <a:gd name="T13" fmla="*/ 84 h 349"/>
                <a:gd name="T14" fmla="*/ 335 w 353"/>
                <a:gd name="T15" fmla="*/ 18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3" h="349">
                  <a:moveTo>
                    <a:pt x="335" y="18"/>
                  </a:moveTo>
                  <a:cubicBezTo>
                    <a:pt x="317" y="0"/>
                    <a:pt x="287" y="0"/>
                    <a:pt x="269" y="18"/>
                  </a:cubicBezTo>
                  <a:cubicBezTo>
                    <a:pt x="18" y="269"/>
                    <a:pt x="18" y="269"/>
                    <a:pt x="18" y="269"/>
                  </a:cubicBezTo>
                  <a:cubicBezTo>
                    <a:pt x="0" y="287"/>
                    <a:pt x="0" y="317"/>
                    <a:pt x="18" y="335"/>
                  </a:cubicBezTo>
                  <a:cubicBezTo>
                    <a:pt x="27" y="344"/>
                    <a:pt x="39" y="349"/>
                    <a:pt x="51" y="349"/>
                  </a:cubicBezTo>
                  <a:cubicBezTo>
                    <a:pt x="63" y="349"/>
                    <a:pt x="75" y="344"/>
                    <a:pt x="84" y="335"/>
                  </a:cubicBezTo>
                  <a:cubicBezTo>
                    <a:pt x="335" y="84"/>
                    <a:pt x="335" y="84"/>
                    <a:pt x="335" y="84"/>
                  </a:cubicBezTo>
                  <a:cubicBezTo>
                    <a:pt x="353" y="66"/>
                    <a:pt x="353" y="36"/>
                    <a:pt x="335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8" name="Freeform 112">
              <a:extLst>
                <a:ext uri="{FF2B5EF4-FFF2-40B4-BE49-F238E27FC236}">
                  <a16:creationId xmlns:a16="http://schemas.microsoft.com/office/drawing/2014/main" id="{1AA7F96B-B1AD-8560-518C-19B083D9B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288" y="6061075"/>
              <a:ext cx="74612" cy="23812"/>
            </a:xfrm>
            <a:custGeom>
              <a:avLst/>
              <a:gdLst>
                <a:gd name="T0" fmla="*/ 246 w 293"/>
                <a:gd name="T1" fmla="*/ 0 h 93"/>
                <a:gd name="T2" fmla="*/ 46 w 293"/>
                <a:gd name="T3" fmla="*/ 0 h 93"/>
                <a:gd name="T4" fmla="*/ 0 w 293"/>
                <a:gd name="T5" fmla="*/ 46 h 93"/>
                <a:gd name="T6" fmla="*/ 46 w 293"/>
                <a:gd name="T7" fmla="*/ 93 h 93"/>
                <a:gd name="T8" fmla="*/ 246 w 293"/>
                <a:gd name="T9" fmla="*/ 93 h 93"/>
                <a:gd name="T10" fmla="*/ 293 w 293"/>
                <a:gd name="T11" fmla="*/ 46 h 93"/>
                <a:gd name="T12" fmla="*/ 246 w 293"/>
                <a:gd name="T13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3" h="93">
                  <a:moveTo>
                    <a:pt x="246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72"/>
                    <a:pt x="20" y="93"/>
                    <a:pt x="46" y="93"/>
                  </a:cubicBezTo>
                  <a:cubicBezTo>
                    <a:pt x="246" y="93"/>
                    <a:pt x="246" y="93"/>
                    <a:pt x="246" y="93"/>
                  </a:cubicBezTo>
                  <a:cubicBezTo>
                    <a:pt x="272" y="93"/>
                    <a:pt x="293" y="72"/>
                    <a:pt x="293" y="46"/>
                  </a:cubicBezTo>
                  <a:cubicBezTo>
                    <a:pt x="293" y="21"/>
                    <a:pt x="272" y="0"/>
                    <a:pt x="24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99" name="Freeform 113">
              <a:extLst>
                <a:ext uri="{FF2B5EF4-FFF2-40B4-BE49-F238E27FC236}">
                  <a16:creationId xmlns:a16="http://schemas.microsoft.com/office/drawing/2014/main" id="{8B7275CA-32B0-509C-00ED-DC8DC53C4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750" y="5900738"/>
              <a:ext cx="23812" cy="74612"/>
            </a:xfrm>
            <a:custGeom>
              <a:avLst/>
              <a:gdLst>
                <a:gd name="T0" fmla="*/ 46 w 93"/>
                <a:gd name="T1" fmla="*/ 0 h 292"/>
                <a:gd name="T2" fmla="*/ 0 w 93"/>
                <a:gd name="T3" fmla="*/ 46 h 292"/>
                <a:gd name="T4" fmla="*/ 0 w 93"/>
                <a:gd name="T5" fmla="*/ 246 h 292"/>
                <a:gd name="T6" fmla="*/ 46 w 93"/>
                <a:gd name="T7" fmla="*/ 292 h 292"/>
                <a:gd name="T8" fmla="*/ 93 w 93"/>
                <a:gd name="T9" fmla="*/ 246 h 292"/>
                <a:gd name="T10" fmla="*/ 93 w 93"/>
                <a:gd name="T11" fmla="*/ 46 h 292"/>
                <a:gd name="T12" fmla="*/ 46 w 93"/>
                <a:gd name="T13" fmla="*/ 0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292">
                  <a:moveTo>
                    <a:pt x="46" y="0"/>
                  </a:moveTo>
                  <a:cubicBezTo>
                    <a:pt x="20" y="0"/>
                    <a:pt x="0" y="20"/>
                    <a:pt x="0" y="46"/>
                  </a:cubicBezTo>
                  <a:cubicBezTo>
                    <a:pt x="0" y="246"/>
                    <a:pt x="0" y="246"/>
                    <a:pt x="0" y="246"/>
                  </a:cubicBezTo>
                  <a:cubicBezTo>
                    <a:pt x="0" y="272"/>
                    <a:pt x="20" y="292"/>
                    <a:pt x="46" y="292"/>
                  </a:cubicBezTo>
                  <a:cubicBezTo>
                    <a:pt x="72" y="292"/>
                    <a:pt x="93" y="272"/>
                    <a:pt x="93" y="246"/>
                  </a:cubicBezTo>
                  <a:cubicBezTo>
                    <a:pt x="93" y="46"/>
                    <a:pt x="93" y="46"/>
                    <a:pt x="93" y="46"/>
                  </a:cubicBezTo>
                  <a:cubicBezTo>
                    <a:pt x="93" y="20"/>
                    <a:pt x="72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00" name="Freeform 114">
              <a:extLst>
                <a:ext uri="{FF2B5EF4-FFF2-40B4-BE49-F238E27FC236}">
                  <a16:creationId xmlns:a16="http://schemas.microsoft.com/office/drawing/2014/main" id="{06103FF6-7DED-A8D0-5A8F-55A799B49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963" y="6350000"/>
              <a:ext cx="23812" cy="23812"/>
            </a:xfrm>
            <a:custGeom>
              <a:avLst/>
              <a:gdLst>
                <a:gd name="T0" fmla="*/ 79 w 93"/>
                <a:gd name="T1" fmla="*/ 14 h 93"/>
                <a:gd name="T2" fmla="*/ 46 w 93"/>
                <a:gd name="T3" fmla="*/ 0 h 93"/>
                <a:gd name="T4" fmla="*/ 14 w 93"/>
                <a:gd name="T5" fmla="*/ 14 h 93"/>
                <a:gd name="T6" fmla="*/ 0 w 93"/>
                <a:gd name="T7" fmla="*/ 46 h 93"/>
                <a:gd name="T8" fmla="*/ 14 w 93"/>
                <a:gd name="T9" fmla="*/ 79 h 93"/>
                <a:gd name="T10" fmla="*/ 46 w 93"/>
                <a:gd name="T11" fmla="*/ 93 h 93"/>
                <a:gd name="T12" fmla="*/ 79 w 93"/>
                <a:gd name="T13" fmla="*/ 79 h 93"/>
                <a:gd name="T14" fmla="*/ 93 w 93"/>
                <a:gd name="T15" fmla="*/ 46 h 93"/>
                <a:gd name="T16" fmla="*/ 79 w 93"/>
                <a:gd name="T17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3">
                  <a:moveTo>
                    <a:pt x="79" y="14"/>
                  </a:moveTo>
                  <a:cubicBezTo>
                    <a:pt x="71" y="5"/>
                    <a:pt x="59" y="0"/>
                    <a:pt x="46" y="0"/>
                  </a:cubicBezTo>
                  <a:cubicBezTo>
                    <a:pt x="34" y="0"/>
                    <a:pt x="22" y="5"/>
                    <a:pt x="14" y="14"/>
                  </a:cubicBezTo>
                  <a:cubicBezTo>
                    <a:pt x="5" y="22"/>
                    <a:pt x="0" y="34"/>
                    <a:pt x="0" y="46"/>
                  </a:cubicBezTo>
                  <a:cubicBezTo>
                    <a:pt x="0" y="59"/>
                    <a:pt x="5" y="71"/>
                    <a:pt x="14" y="79"/>
                  </a:cubicBezTo>
                  <a:cubicBezTo>
                    <a:pt x="22" y="88"/>
                    <a:pt x="34" y="93"/>
                    <a:pt x="46" y="93"/>
                  </a:cubicBezTo>
                  <a:cubicBezTo>
                    <a:pt x="59" y="93"/>
                    <a:pt x="71" y="88"/>
                    <a:pt x="79" y="79"/>
                  </a:cubicBezTo>
                  <a:cubicBezTo>
                    <a:pt x="88" y="71"/>
                    <a:pt x="93" y="59"/>
                    <a:pt x="93" y="46"/>
                  </a:cubicBezTo>
                  <a:cubicBezTo>
                    <a:pt x="93" y="34"/>
                    <a:pt x="88" y="22"/>
                    <a:pt x="7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  <p:sp>
          <p:nvSpPr>
            <p:cNvPr id="101" name="Freeform 115">
              <a:extLst>
                <a:ext uri="{FF2B5EF4-FFF2-40B4-BE49-F238E27FC236}">
                  <a16:creationId xmlns:a16="http://schemas.microsoft.com/office/drawing/2014/main" id="{D1D4BEAC-AEDE-B58A-DF68-BF62E1FA8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50" y="6054725"/>
              <a:ext cx="23812" cy="23812"/>
            </a:xfrm>
            <a:custGeom>
              <a:avLst/>
              <a:gdLst>
                <a:gd name="T0" fmla="*/ 79 w 93"/>
                <a:gd name="T1" fmla="*/ 14 h 93"/>
                <a:gd name="T2" fmla="*/ 46 w 93"/>
                <a:gd name="T3" fmla="*/ 0 h 93"/>
                <a:gd name="T4" fmla="*/ 13 w 93"/>
                <a:gd name="T5" fmla="*/ 14 h 93"/>
                <a:gd name="T6" fmla="*/ 0 w 93"/>
                <a:gd name="T7" fmla="*/ 47 h 93"/>
                <a:gd name="T8" fmla="*/ 13 w 93"/>
                <a:gd name="T9" fmla="*/ 79 h 93"/>
                <a:gd name="T10" fmla="*/ 46 w 93"/>
                <a:gd name="T11" fmla="*/ 93 h 93"/>
                <a:gd name="T12" fmla="*/ 79 w 93"/>
                <a:gd name="T13" fmla="*/ 79 h 93"/>
                <a:gd name="T14" fmla="*/ 93 w 93"/>
                <a:gd name="T15" fmla="*/ 47 h 93"/>
                <a:gd name="T16" fmla="*/ 79 w 93"/>
                <a:gd name="T17" fmla="*/ 1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3" h="93">
                  <a:moveTo>
                    <a:pt x="79" y="14"/>
                  </a:moveTo>
                  <a:cubicBezTo>
                    <a:pt x="70" y="5"/>
                    <a:pt x="58" y="0"/>
                    <a:pt x="46" y="0"/>
                  </a:cubicBezTo>
                  <a:cubicBezTo>
                    <a:pt x="34" y="0"/>
                    <a:pt x="22" y="5"/>
                    <a:pt x="13" y="14"/>
                  </a:cubicBezTo>
                  <a:cubicBezTo>
                    <a:pt x="5" y="22"/>
                    <a:pt x="0" y="34"/>
                    <a:pt x="0" y="47"/>
                  </a:cubicBezTo>
                  <a:cubicBezTo>
                    <a:pt x="0" y="59"/>
                    <a:pt x="5" y="71"/>
                    <a:pt x="13" y="79"/>
                  </a:cubicBezTo>
                  <a:cubicBezTo>
                    <a:pt x="22" y="88"/>
                    <a:pt x="34" y="93"/>
                    <a:pt x="46" y="93"/>
                  </a:cubicBezTo>
                  <a:cubicBezTo>
                    <a:pt x="58" y="93"/>
                    <a:pt x="70" y="88"/>
                    <a:pt x="79" y="79"/>
                  </a:cubicBezTo>
                  <a:cubicBezTo>
                    <a:pt x="88" y="71"/>
                    <a:pt x="93" y="59"/>
                    <a:pt x="93" y="47"/>
                  </a:cubicBezTo>
                  <a:cubicBezTo>
                    <a:pt x="93" y="34"/>
                    <a:pt x="88" y="22"/>
                    <a:pt x="7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103" name="Shape 26">
            <a:extLst>
              <a:ext uri="{FF2B5EF4-FFF2-40B4-BE49-F238E27FC236}">
                <a16:creationId xmlns:a16="http://schemas.microsoft.com/office/drawing/2014/main" id="{D70FDE95-3BAE-AE82-ED25-D0A8936435A6}"/>
              </a:ext>
            </a:extLst>
          </p:cNvPr>
          <p:cNvSpPr/>
          <p:nvPr/>
        </p:nvSpPr>
        <p:spPr>
          <a:xfrm>
            <a:off x="548640" y="5899424"/>
            <a:ext cx="11154374" cy="402852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27">
            <a:extLst>
              <a:ext uri="{FF2B5EF4-FFF2-40B4-BE49-F238E27FC236}">
                <a16:creationId xmlns:a16="http://schemas.microsoft.com/office/drawing/2014/main" id="{BFB4B305-05CF-E479-7E36-D6E8CF416F8F}"/>
              </a:ext>
            </a:extLst>
          </p:cNvPr>
          <p:cNvSpPr/>
          <p:nvPr/>
        </p:nvSpPr>
        <p:spPr>
          <a:xfrm>
            <a:off x="822959" y="5879076"/>
            <a:ext cx="10601265" cy="40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is not a fifth layer. It is the front door to all four — which is exactly why the portfolio must cover the CIO's whole estate, not just infrastructure.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8672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Infrastructure Advisory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24912" cy="457200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24912" cy="1417320"/>
          </a:xfrm>
          <a:prstGeom prst="roundRect">
            <a:avLst>
              <a:gd name="adj" fmla="val 3871"/>
            </a:avLst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719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IT Strategy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3042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IT strategy, cost base and resilience posture fit for the next 3–5 years?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2926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Economics &amp; Cost Transformation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Business Continuity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Advisory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cs typeface="Calibri" pitchFamily="34" charset="-120"/>
              </a:rPr>
              <a:t>Target Operating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2424" y="1371600"/>
            <a:ext cx="2724912" cy="457200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92424" y="1371600"/>
            <a:ext cx="2724912" cy="1417320"/>
          </a:xfrm>
          <a:prstGeom prst="roundRect">
            <a:avLst>
              <a:gd name="adj" fmla="val 3871"/>
            </a:avLst>
          </a:prstGeom>
          <a:solidFill>
            <a:srgbClr val="0E6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93592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93592" y="1719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Sovereignty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93592" y="23042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stay compliant, sovereign and trusted in every jurisdiction I operate in?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93592" y="2926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Posture &amp; </a:t>
            </a:r>
            <a:r>
              <a:rPr lang="en-US" sz="1200" dirty="0" err="1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Geopatriation</a:t>
            </a: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(Includes Data Residency)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cs typeface="Calibri" pitchFamily="34" charset="-120"/>
              </a:rPr>
              <a:t>Cross Border Data Strategy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Alignment &amp; Exit Strategy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cs typeface="Calibri" pitchFamily="34" charset="-120"/>
              </a:rPr>
              <a:t>Application Portfolio Mapping and Roadmap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&amp; Data Boundary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1371600"/>
            <a:ext cx="2724912" cy="457200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36208" y="1371600"/>
            <a:ext cx="2724912" cy="1417320"/>
          </a:xfrm>
          <a:prstGeom prst="roundRect">
            <a:avLst>
              <a:gd name="adj" fmla="val 3871"/>
            </a:avLst>
          </a:prstGeom>
          <a:solidFill>
            <a:srgbClr val="B043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7376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7376" y="1719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 &amp; Modernization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37376" y="23042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get speed, modernity and unit-economics discipline out of my estate?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37376" y="2926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Cloud Strategy 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Management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Excellence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Modernization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Strategy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79992" y="1371600"/>
            <a:ext cx="2724912" cy="457200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079992" y="1371600"/>
            <a:ext cx="2724912" cy="1417320"/>
          </a:xfrm>
          <a:prstGeom prst="roundRect">
            <a:avLst>
              <a:gd name="adj" fmla="val 3871"/>
            </a:avLst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8116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81160" y="171907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Infusion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81160" y="23042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estate ready to run enterprise AI safely, at scale, at a defensible cost?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281160" y="2926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Readiness, Opportunity &amp; Operating Model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Governance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Cost, FinOps for AI &amp; </a:t>
            </a:r>
            <a:r>
              <a:rPr lang="en-US" sz="1200" dirty="0" err="1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Agentic-Ops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67665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IT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0" y="502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Full-picture IT strategy, operating model, economics, resilience, M&amp;A and energy — the strategic front door to the CIO's whole estate.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54201"/>
              </p:ext>
            </p:extLst>
          </p:nvPr>
        </p:nvGraphicFramePr>
        <p:xfrm>
          <a:off x="548640" y="1417320"/>
          <a:ext cx="11064240" cy="4169664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INTO (DELIVERY PULL-THROUGH)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Operating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Strategy, TOM, EA frame, SIAM, GCC and target skills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Operating-model implementation · GCC stand-up · SIAM integrator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Economics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Business Management transparency, run-cost take-out, SaaS spend, tech debt, unit economics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cost-out · rationalisation programs · managed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IQ · Tech Debt Diagnostic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Resilience, Continuity &amp; MVC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 Analysis, RTO/RPO, Automated DR, Minimum Viable Company, data resilience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/>
                          <a:ea typeface="Calibri"/>
                          <a:cs typeface="Calibri"/>
                        </a:rPr>
                        <a:t>DR implementation · System and Data resilience  · managed recovery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Resilience IQ · MVC Blueprint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M&amp;A Advisory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due diligence, carve-out, TSA exit, Day-1 readiness, PMI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Carve-out execution · TSA exit · PMI programs · transitional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Methodology-led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Carbon baseline, energy levers, power-constrained AI capacity, ESG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efficiency · decommissioning · infrastructure refresh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6E5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67665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Sovereignty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0" y="502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Sovereign, jurisdictional and regulatory posture of infrastructure, data and AI — validated by Gartner naming geopatriation a top-6 trend for 2026.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743105"/>
              </p:ext>
            </p:extLst>
          </p:nvPr>
        </p:nvGraphicFramePr>
        <p:xfrm>
          <a:off x="548640" y="1417320"/>
          <a:ext cx="11064240" cy="347472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INTO (DELIVERY PULL-THROUGH)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Sovereignty Posture &amp; </a:t>
                      </a:r>
                      <a:r>
                        <a:rPr lang="en-US" sz="12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Geopatriation</a:t>
                      </a: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(Includes Data Residency)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Posture read, cross-border data mapping, geopatriation case, sovereign blueprint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repatriation · sovereign cloud build · sovereign managed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Alignment &amp; Exit Strategy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DORA, NIS2, OpRes, DPDP readiness; concentration risk; demonstrable exit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delivery · exit engineering · compliance evidence 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IQ · Regulatory Compass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AI &amp; Data Boundary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residency risk, sovereign AI stack, data-boundary architecture, EU AI Act alignment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AI platform build · private model deployment · managed sovereign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Methodology-led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Portfolio Mapping and Roadmap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Application mapping for suitable Infrastructure platform based on compliance and data residency requirements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 err="1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SovereignApp</a:t>
                      </a: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IQ (new build)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6" name="Text 6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B043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67665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Cloud &amp; Modernization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0" y="502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strategy, workload placement, FinOps, modernization, compute capacity and platform engineering — speed and unit-economics discipline for the estate.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793372"/>
              </p:ext>
            </p:extLst>
          </p:nvPr>
        </p:nvGraphicFramePr>
        <p:xfrm>
          <a:off x="548640" y="1417320"/>
          <a:ext cx="11064240" cy="4169664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INTO (DELIVERY PULL-THROUGH)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Cloud Strategy &amp; Multi-Cloud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Placement, </a:t>
                      </a:r>
                      <a:r>
                        <a:rPr lang="en-US" sz="1200" dirty="0" err="1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Clud</a:t>
                      </a: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and Services Selection, Multi-cloud strategy, AI-powered well-architected review, repatriation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 factory · landing-zone build · cloud managed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IQ · Workload Fit Analyzer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 Excellence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FinOps maturity, operating model, commit management, unit economics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FinOps · continuous optimisation · architecture remediation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Modernization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rationalisation, performance engineering, mainframe strategy, wave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Modernization factory · re-engineering · application managed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Modernization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Centre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disposition, exit, colocation, AI compute siting, power and cooling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migration · decommissioning · AI infrastructure build · hosting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DevEx diagnosis, Internal Developer Platform, platform-as-a-product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IDP build and rollout · platform managed services · enablement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DevEx Compass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67665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Infusion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0" y="502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readiness, infrastructure, governance, economics and autonomous operations — making enterprise AI credible, governable and affordable.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328190"/>
              </p:ext>
            </p:extLst>
          </p:nvPr>
        </p:nvGraphicFramePr>
        <p:xfrm>
          <a:off x="548640" y="1417320"/>
          <a:ext cx="11064240" cy="4169664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INTO (DELIVERY PULL-THROUGH)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5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Readiness, Opportunity &amp; Operating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 index, data foundation, value-vs-feasibility scoring, AI operating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platform build · data remediation · use-case delivery · AI managed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AI-Readiness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Infrastructure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and accelerator strategy, capacity planning, sovereign vs cloud vs on-prem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infrastructure build · GPU estate operations · capacity managed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&amp;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AI framework, governance operating model, AI governance platform, model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platform implementation · control automation · assurance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 Compass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Cost, FinOps for AI &amp; </a:t>
                      </a:r>
                      <a:r>
                        <a:rPr lang="en-US" sz="1200" b="1" dirty="0" err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Tokenomics</a:t>
                      </a:r>
                      <a:endParaRPr lang="en-US" sz="1200" b="1" dirty="0">
                        <a:solidFill>
                          <a:srgbClr val="1A1A1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cost baseline, unit economics, FinOps for AI, TokenOps consumption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platform implementation · model routing engineering · managed AI FinOps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TokenOps IQ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Agentic-Ops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 readiness, safe-action boundaries, agentic operating model, CIS Layer 3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A34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ops implementation · autonomous operations run · CIS Layers 2–4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3D45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Ops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Accelerators find the gap. Offerings close it.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749808" y="2331720"/>
            <a:ext cx="384048" cy="384048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285292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branded, protected IP that produces evidence in days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" y="3712464"/>
            <a:ext cx="2103120" cy="7315"/>
          </a:xfrm>
          <a:prstGeom prst="rect">
            <a:avLst/>
          </a:prstGeom>
          <a:solidFill>
            <a:srgbClr val="DDE1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49808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Diagnostic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54096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D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64992" y="21488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3566160" y="2331720"/>
            <a:ext cx="384048" cy="384048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35661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59936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85292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defensible, quantified gap the CIO cannot argue with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3712464"/>
            <a:ext cx="2103120" cy="7315"/>
          </a:xfrm>
          <a:prstGeom prst="rect">
            <a:avLst/>
          </a:prstGeom>
          <a:solidFill>
            <a:srgbClr val="DDE1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3566160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$14M of run-cost trapped in debt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70448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D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81344" y="21488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382512" y="2331720"/>
            <a:ext cx="384048" cy="384048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638251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76288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82512" y="285292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packaged, sellable engagement that closes the gap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82512" y="3712464"/>
            <a:ext cx="2103120" cy="7315"/>
          </a:xfrm>
          <a:prstGeom prst="rect">
            <a:avLst/>
          </a:prstGeom>
          <a:solidFill>
            <a:srgbClr val="DDE1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6382512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Economics &amp; Cost Transformation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0" y="310896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D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97696" y="2148840"/>
            <a:ext cx="24871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8"/>
          <p:cNvSpPr/>
          <p:nvPr/>
        </p:nvSpPr>
        <p:spPr>
          <a:xfrm>
            <a:off x="9198864" y="2331720"/>
            <a:ext cx="384048" cy="384048"/>
          </a:xfrm>
          <a:prstGeom prst="ellipse">
            <a:avLst/>
          </a:prstGeom>
          <a:solidFill>
            <a:srgbClr val="E8452C"/>
          </a:solidFill>
          <a:ln w="12700">
            <a:solidFill>
              <a:srgbClr val="E8452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9198864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0" y="2377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PULL-THROUGH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98864" y="2852928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transformation, implementation or run engagement behind 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198864" y="3712464"/>
            <a:ext cx="2103120" cy="7315"/>
          </a:xfrm>
          <a:prstGeom prst="rect">
            <a:avLst/>
          </a:prstGeom>
          <a:solidFill>
            <a:srgbClr val="DDE1E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9198864" y="3803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cost-out delivery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5F6F7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804672" y="48646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commercial consequence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4672" y="519379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diagnostic that produces a quantified, uncomfortable number is the cheapest qualified lead we can generate. Four accelerators are free by design for exactly this reason — they create the demand the offering satisfies and the delivery engagement monetises.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  Accelerators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F0FAF4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LEAD GENERATION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hours, no budget required. Designed to surface a quantified gap that creates the advisory conversation.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377440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E7A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2377440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E7A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2450592" y="23774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IQ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23944" y="2377440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E7A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/>
          <p:nvPr/>
        </p:nvSpPr>
        <p:spPr>
          <a:xfrm>
            <a:off x="4123944" y="23774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IQ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880360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E7A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IQ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50592" y="2880360"/>
            <a:ext cx="1572768" cy="384048"/>
          </a:xfrm>
          <a:prstGeom prst="roundRect">
            <a:avLst>
              <a:gd name="adj" fmla="val 11905"/>
            </a:avLst>
          </a:prstGeom>
          <a:solidFill>
            <a:srgbClr val="0E7A4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2450592" y="288036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AI-Readiness IQ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F5F6F7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/>
          <p:nvPr/>
        </p:nvSpPr>
        <p:spPr>
          <a:xfrm>
            <a:off x="6446520" y="1536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WITH ENGAGEMENT · GATED IP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8105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proprietary tooling released only inside an engagement. This is the IP moat — versioned, owned and protected.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377440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6446520" y="23774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IQ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19872" y="2377440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Text 21"/>
          <p:cNvSpPr/>
          <p:nvPr/>
        </p:nvSpPr>
        <p:spPr>
          <a:xfrm>
            <a:off x="8119872" y="23774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IQ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93224" y="2377440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9793224" y="23774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IQ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46520" y="2779776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6446520" y="27797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TokenOps IQ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19872" y="2779776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/>
          <p:nvPr/>
        </p:nvSpPr>
        <p:spPr>
          <a:xfrm>
            <a:off x="8119872" y="27797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IQ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793224" y="2779776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Text 29"/>
          <p:cNvSpPr/>
          <p:nvPr/>
        </p:nvSpPr>
        <p:spPr>
          <a:xfrm>
            <a:off x="9793224" y="2779776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Fit Analyzer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46520" y="3182112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3" name="Text 31"/>
          <p:cNvSpPr/>
          <p:nvPr/>
        </p:nvSpPr>
        <p:spPr>
          <a:xfrm>
            <a:off x="6446520" y="31821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Diagnostic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9872" y="3182112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Text 33"/>
          <p:cNvSpPr/>
          <p:nvPr/>
        </p:nvSpPr>
        <p:spPr>
          <a:xfrm>
            <a:off x="8119872" y="31821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Blueprint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793224" y="3182112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9793224" y="318211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Compass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SEQUENCING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39312" cy="461772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39312" cy="1234440"/>
          </a:xfrm>
          <a:prstGeom prst="roundRect">
            <a:avLst>
              <a:gd name="adj" fmla="val 4444"/>
            </a:avLst>
          </a:prstGeom>
          <a:solidFill>
            <a:srgbClr val="E845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26080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accelerators, proven LTM capability and the strongest market pull.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3200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Posture &amp; Geopatriation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Excellence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Cloud Strategy &amp; Multi-Cloud Management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Readiness, Opportunity &amp; Operating Model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Continuity &amp; MVC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Operating Model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Economics</a:t>
            </a:r>
          </a:p>
          <a:p>
            <a:pPr marL="342900" indent="-342900">
              <a:spcAft>
                <a:spcPts val="7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Resilience &amp; Exit Readiness</a:t>
            </a:r>
          </a:p>
          <a:p>
            <a:pPr marL="342900" indent="-342900">
              <a:spcAft>
                <a:spcPts val="7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AI Governance Platform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1371600"/>
            <a:ext cx="3639312" cy="461772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52544" y="1371600"/>
            <a:ext cx="3639312" cy="1234440"/>
          </a:xfrm>
          <a:prstGeom prst="roundRect">
            <a:avLst>
              <a:gd name="adj" fmla="val 4444"/>
            </a:avLst>
          </a:prstGeom>
          <a:solidFill>
            <a:srgbClr val="2C3E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81144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81144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launch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29984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81144" y="21031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demand, accelerator build required, capability largely in place.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581144" y="2743200"/>
            <a:ext cx="3200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Workload Modernization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Resilience &amp; Exit Readiness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Infrastructure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Strategy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6448" y="1371600"/>
            <a:ext cx="3639312" cy="461772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56448" y="1371600"/>
            <a:ext cx="3639312" cy="1234440"/>
          </a:xfrm>
          <a:prstGeom prst="roundRect">
            <a:avLst>
              <a:gd name="adj" fmla="val 4444"/>
            </a:avLst>
          </a:prstGeom>
          <a:solidFill>
            <a:srgbClr val="5B3E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85048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85048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and extend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33888" y="1737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85048" y="21031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E8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demand or new capability build required before launch.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385048" y="2743200"/>
            <a:ext cx="3200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Advisory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Green IT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AI &amp; Data Boundary Architecture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Economics &amp; </a:t>
            </a:r>
            <a:r>
              <a:rPr lang="en-US" sz="1200" dirty="0" err="1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D45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Agentic-Ops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LTM · Infra Tech Advisory · Offerings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claim that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pure-plays cannot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32830"/>
          </a:solidFill>
          <a:ln w="9525">
            <a:solidFill>
              <a:srgbClr val="34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3364992"/>
            <a:ext cx="384048" cy="384048"/>
          </a:xfrm>
          <a:prstGeom prst="ellipse">
            <a:avLst/>
          </a:prstGeom>
          <a:solidFill>
            <a:srgbClr val="E8452C"/>
          </a:solidFill>
          <a:ln w="12700">
            <a:solidFill>
              <a:srgbClr val="E84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33467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from estates we run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7856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diagnostics are calibrated on real operational data, not survey averages. When Cost IQ says a client's run-cost is 30% above peer, that peer set is real.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3108960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32830"/>
          </a:solidFill>
          <a:ln w="9525">
            <a:solidFill>
              <a:srgbClr val="34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73952" y="3364992"/>
            <a:ext cx="384048" cy="384048"/>
          </a:xfrm>
          <a:prstGeom prst="ellipse">
            <a:avLst/>
          </a:prstGeom>
          <a:solidFill>
            <a:srgbClr val="E8452C"/>
          </a:solidFill>
          <a:ln w="12700">
            <a:solidFill>
              <a:srgbClr val="E84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395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95160" y="334670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Engineers in the room at design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37856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states designed with the people who will build them are materially more implementable — and more conservative — than those designed without.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645152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32830"/>
          </a:solidFill>
          <a:ln w="9525">
            <a:solidFill>
              <a:srgbClr val="34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6112" y="4901184"/>
            <a:ext cx="384048" cy="384048"/>
          </a:xfrm>
          <a:prstGeom prst="ellipse">
            <a:avLst/>
          </a:prstGeom>
          <a:solidFill>
            <a:srgbClr val="E8452C"/>
          </a:solidFill>
          <a:ln w="12700">
            <a:solidFill>
              <a:srgbClr val="E84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48828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past the recommendation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53218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hands a Big 4 deck back to the Big 4 to implement. We advise on what we can be contracted to deliver, which changes how the advice is written.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4645152"/>
            <a:ext cx="5349240" cy="1417320"/>
          </a:xfrm>
          <a:prstGeom prst="roundRect">
            <a:avLst>
              <a:gd name="adj" fmla="val 3871"/>
            </a:avLst>
          </a:prstGeom>
          <a:solidFill>
            <a:srgbClr val="232830"/>
          </a:solidFill>
          <a:ln w="9525">
            <a:solidFill>
              <a:srgbClr val="343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73952" y="4901184"/>
            <a:ext cx="384048" cy="384048"/>
          </a:xfrm>
          <a:prstGeom prst="ellipse">
            <a:avLst/>
          </a:prstGeom>
          <a:solidFill>
            <a:srgbClr val="E8452C"/>
          </a:solidFill>
          <a:ln w="12700">
            <a:solidFill>
              <a:srgbClr val="E845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73952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4882896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Branded accelerators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53218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that produces evidence in days rather than weeks of interviews. Competitors can hire consultants; they cannot copy two years of benchmark data.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6217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needs a real proof point before it goes to a client — case studies, references and metrics required from the practice.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9104</TotalTime>
  <Words>2494</Words>
  <Application>Microsoft Macintosh PowerPoint</Application>
  <PresentationFormat>Widescreen</PresentationFormat>
  <Paragraphs>379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 Tech Advisory — Leadership Pack</dc:title>
  <dc:subject>PptxGenJS Presentation</dc:subject>
  <dc:creator>LTIMindtree Infra Tech Advisory</dc:creator>
  <cp:lastModifiedBy>Ashutosh Dixit</cp:lastModifiedBy>
  <cp:revision>2</cp:revision>
  <dcterms:created xsi:type="dcterms:W3CDTF">2026-08-23T08:20:41Z</dcterms:created>
  <dcterms:modified xsi:type="dcterms:W3CDTF">2026-09-02T07:20:24Z</dcterms:modified>
</cp:coreProperties>
</file>